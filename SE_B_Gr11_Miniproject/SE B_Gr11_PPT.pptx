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7559675" cx="10080625"/>
  <p:notesSz cx="7559675" cy="106918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schemas.openxmlformats.org/officeDocument/2006/relationships/slide" Target="slides/slide19.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15900" y="812800"/>
            <a:ext cx="7126287" cy="40068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5650" y="5078412"/>
            <a:ext cx="6046787" cy="4810125"/>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279775" cy="5334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1pPr>
            <a:lvl2pPr lvl="1"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2pPr>
            <a:lvl3pPr lvl="2"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3pPr>
            <a:lvl4pPr lvl="3"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4pPr>
            <a:lvl5pPr lvl="4"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5pPr>
            <a:lvl6pPr lvl="5"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6pPr>
            <a:lvl7pPr lvl="6"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7pPr>
            <a:lvl8pPr lvl="7"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8pPr>
            <a:lvl9pPr lvl="8"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9pPr>
          </a:lstStyle>
          <a:p/>
        </p:txBody>
      </p:sp>
      <p:sp>
        <p:nvSpPr>
          <p:cNvPr id="6" name="Google Shape;6;n"/>
          <p:cNvSpPr txBox="1"/>
          <p:nvPr>
            <p:ph idx="10" type="dt"/>
          </p:nvPr>
        </p:nvSpPr>
        <p:spPr>
          <a:xfrm>
            <a:off x="4278312" y="0"/>
            <a:ext cx="3279775" cy="5334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1pPr>
            <a:lvl2pPr lvl="1"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2pPr>
            <a:lvl3pPr lvl="2"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3pPr>
            <a:lvl4pPr lvl="3"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4pPr>
            <a:lvl5pPr lvl="4"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5pPr>
            <a:lvl6pPr lvl="5"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6pPr>
            <a:lvl7pPr lvl="6"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7pPr>
            <a:lvl8pPr lvl="7"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8pPr>
            <a:lvl9pPr lvl="8"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9pPr>
          </a:lstStyle>
          <a:p/>
        </p:txBody>
      </p:sp>
      <p:sp>
        <p:nvSpPr>
          <p:cNvPr id="7" name="Google Shape;7;n"/>
          <p:cNvSpPr txBox="1"/>
          <p:nvPr>
            <p:ph idx="11" type="ftr"/>
          </p:nvPr>
        </p:nvSpPr>
        <p:spPr>
          <a:xfrm>
            <a:off x="0" y="10156825"/>
            <a:ext cx="3279775" cy="53340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1pPr>
            <a:lvl2pPr lvl="1"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2pPr>
            <a:lvl3pPr lvl="2"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3pPr>
            <a:lvl4pPr lvl="3"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4pPr>
            <a:lvl5pPr lvl="4"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5pPr>
            <a:lvl6pPr lvl="5"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6pPr>
            <a:lvl7pPr lvl="6"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7pPr>
            <a:lvl8pPr lvl="7"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8pPr>
            <a:lvl9pPr lvl="8"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9pPr>
          </a:lstStyle>
          <a:p/>
        </p:txBody>
      </p:sp>
      <p:sp>
        <p:nvSpPr>
          <p:cNvPr id="8" name="Google Shape;8;n"/>
          <p:cNvSpPr txBox="1"/>
          <p:nvPr>
            <p:ph idx="12" type="sldNum"/>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2: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rebuchet MS"/>
              <a:buNone/>
            </a:pPr>
            <a:fld id="{00000000-1234-1234-1234-123412341234}" type="slidenum">
              <a:rPr b="0" i="0" lang="en-US" sz="1400" u="none">
                <a:solidFill>
                  <a:srgbClr val="000000"/>
                </a:solidFill>
                <a:latin typeface="Trebuchet MS"/>
                <a:ea typeface="Trebuchet MS"/>
                <a:cs typeface="Trebuchet MS"/>
                <a:sym typeface="Trebuchet MS"/>
              </a:rPr>
              <a:t>‹#›</a:t>
            </a:fld>
            <a:endParaRPr/>
          </a:p>
        </p:txBody>
      </p:sp>
      <p:sp>
        <p:nvSpPr>
          <p:cNvPr id="62" name="Google Shape;62;p2:notes"/>
          <p:cNvSpPr/>
          <p:nvPr>
            <p:ph idx="2" type="sldImg"/>
          </p:nvPr>
        </p:nvSpPr>
        <p:spPr>
          <a:xfrm>
            <a:off x="215900" y="812800"/>
            <a:ext cx="7127875"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63" name="Google Shape;63;p2: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chemeClr val="dk1"/>
              </a:buClr>
              <a:buSzPts val="1400"/>
              <a:buFont typeface="Trebuchet MS"/>
              <a:buNone/>
            </a:pPr>
            <a:fld id="{00000000-1234-1234-1234-123412341234}" type="slidenum">
              <a:rPr b="0" i="0" lang="en-US" sz="1400" u="none">
                <a:solidFill>
                  <a:schemeClr val="dk1"/>
                </a:solidFill>
                <a:latin typeface="Trebuchet MS"/>
                <a:ea typeface="Trebuchet MS"/>
                <a:cs typeface="Trebuchet MS"/>
                <a:sym typeface="Trebuchet MS"/>
              </a:rPr>
              <a:t>‹#›</a:t>
            </a:fld>
            <a:endParaRPr/>
          </a:p>
        </p:txBody>
      </p:sp>
      <p:sp>
        <p:nvSpPr>
          <p:cNvPr id="72" name="Google Shape;72;p4:notes"/>
          <p:cNvSpPr/>
          <p:nvPr>
            <p:ph idx="2" type="sldImg"/>
          </p:nvPr>
        </p:nvSpPr>
        <p:spPr>
          <a:xfrm>
            <a:off x="1106487" y="812800"/>
            <a:ext cx="5346700"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73" name="Google Shape;73;p4: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be78938f28_0_1:notes"/>
          <p:cNvSpPr txBox="1"/>
          <p:nvPr/>
        </p:nvSpPr>
        <p:spPr>
          <a:xfrm>
            <a:off x="4278312" y="10156825"/>
            <a:ext cx="3279900"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chemeClr val="dk1"/>
              </a:buClr>
              <a:buSzPts val="1400"/>
              <a:buFont typeface="Trebuchet MS"/>
              <a:buNone/>
            </a:pPr>
            <a:fld id="{00000000-1234-1234-1234-123412341234}" type="slidenum">
              <a:rPr b="0" i="0" lang="en-US" sz="1400" u="none">
                <a:solidFill>
                  <a:schemeClr val="dk1"/>
                </a:solidFill>
                <a:latin typeface="Trebuchet MS"/>
                <a:ea typeface="Trebuchet MS"/>
                <a:cs typeface="Trebuchet MS"/>
                <a:sym typeface="Trebuchet MS"/>
              </a:rPr>
              <a:t>‹#›</a:t>
            </a:fld>
            <a:endParaRPr/>
          </a:p>
        </p:txBody>
      </p:sp>
      <p:sp>
        <p:nvSpPr>
          <p:cNvPr id="79" name="Google Shape;79;g3be78938f28_0_1:notes"/>
          <p:cNvSpPr/>
          <p:nvPr>
            <p:ph idx="2" type="sldImg"/>
          </p:nvPr>
        </p:nvSpPr>
        <p:spPr>
          <a:xfrm>
            <a:off x="1106487" y="812800"/>
            <a:ext cx="5346600" cy="40083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80" name="Google Shape;80;g3be78938f28_0_1:notes"/>
          <p:cNvSpPr txBox="1"/>
          <p:nvPr>
            <p:ph idx="1" type="body"/>
          </p:nvPr>
        </p:nvSpPr>
        <p:spPr>
          <a:xfrm>
            <a:off x="755650" y="5078412"/>
            <a:ext cx="6048300" cy="4811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5: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chemeClr val="dk1"/>
              </a:buClr>
              <a:buSzPts val="1400"/>
              <a:buFont typeface="Trebuchet MS"/>
              <a:buNone/>
            </a:pPr>
            <a:fld id="{00000000-1234-1234-1234-123412341234}" type="slidenum">
              <a:rPr b="0" i="0" lang="en-US" sz="1400" u="none">
                <a:solidFill>
                  <a:schemeClr val="dk1"/>
                </a:solidFill>
                <a:latin typeface="Trebuchet MS"/>
                <a:ea typeface="Trebuchet MS"/>
                <a:cs typeface="Trebuchet MS"/>
                <a:sym typeface="Trebuchet MS"/>
              </a:rPr>
              <a:t>‹#›</a:t>
            </a:fld>
            <a:endParaRPr/>
          </a:p>
        </p:txBody>
      </p:sp>
      <p:sp>
        <p:nvSpPr>
          <p:cNvPr id="88" name="Google Shape;88;p5:notes"/>
          <p:cNvSpPr/>
          <p:nvPr>
            <p:ph idx="2" type="sldImg"/>
          </p:nvPr>
        </p:nvSpPr>
        <p:spPr>
          <a:xfrm>
            <a:off x="1106487" y="812800"/>
            <a:ext cx="5346700"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89" name="Google Shape;89;p5: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be78938f28_0_10:notes"/>
          <p:cNvSpPr txBox="1"/>
          <p:nvPr/>
        </p:nvSpPr>
        <p:spPr>
          <a:xfrm>
            <a:off x="4278312" y="10156825"/>
            <a:ext cx="3279900"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chemeClr val="dk1"/>
              </a:buClr>
              <a:buSzPts val="1400"/>
              <a:buFont typeface="Trebuchet MS"/>
              <a:buNone/>
            </a:pPr>
            <a:fld id="{00000000-1234-1234-1234-123412341234}" type="slidenum">
              <a:rPr b="0" i="0" lang="en-US" sz="1400" u="none">
                <a:solidFill>
                  <a:schemeClr val="dk1"/>
                </a:solidFill>
                <a:latin typeface="Trebuchet MS"/>
                <a:ea typeface="Trebuchet MS"/>
                <a:cs typeface="Trebuchet MS"/>
                <a:sym typeface="Trebuchet MS"/>
              </a:rPr>
              <a:t>‹#›</a:t>
            </a:fld>
            <a:endParaRPr/>
          </a:p>
        </p:txBody>
      </p:sp>
      <p:sp>
        <p:nvSpPr>
          <p:cNvPr id="95" name="Google Shape;95;g3be78938f28_0_10:notes"/>
          <p:cNvSpPr/>
          <p:nvPr>
            <p:ph idx="2" type="sldImg"/>
          </p:nvPr>
        </p:nvSpPr>
        <p:spPr>
          <a:xfrm>
            <a:off x="1106487" y="812800"/>
            <a:ext cx="5346600" cy="40083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96" name="Google Shape;96;g3be78938f28_0_10:notes"/>
          <p:cNvSpPr txBox="1"/>
          <p:nvPr>
            <p:ph idx="1" type="body"/>
          </p:nvPr>
        </p:nvSpPr>
        <p:spPr>
          <a:xfrm>
            <a:off x="755650" y="5078412"/>
            <a:ext cx="6048300" cy="4811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be78938f28_0_17:notes"/>
          <p:cNvSpPr txBox="1"/>
          <p:nvPr/>
        </p:nvSpPr>
        <p:spPr>
          <a:xfrm>
            <a:off x="4278312" y="10156825"/>
            <a:ext cx="3279900"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chemeClr val="dk1"/>
              </a:buClr>
              <a:buSzPts val="1400"/>
              <a:buFont typeface="Trebuchet MS"/>
              <a:buNone/>
            </a:pPr>
            <a:fld id="{00000000-1234-1234-1234-123412341234}" type="slidenum">
              <a:rPr b="0" i="0" lang="en-US" sz="1400" u="none">
                <a:solidFill>
                  <a:schemeClr val="dk1"/>
                </a:solidFill>
                <a:latin typeface="Trebuchet MS"/>
                <a:ea typeface="Trebuchet MS"/>
                <a:cs typeface="Trebuchet MS"/>
                <a:sym typeface="Trebuchet MS"/>
              </a:rPr>
              <a:t>‹#›</a:t>
            </a:fld>
            <a:endParaRPr/>
          </a:p>
        </p:txBody>
      </p:sp>
      <p:sp>
        <p:nvSpPr>
          <p:cNvPr id="102" name="Google Shape;102;g3be78938f28_0_17:notes"/>
          <p:cNvSpPr/>
          <p:nvPr>
            <p:ph idx="2" type="sldImg"/>
          </p:nvPr>
        </p:nvSpPr>
        <p:spPr>
          <a:xfrm>
            <a:off x="1106487" y="812800"/>
            <a:ext cx="5346600" cy="40083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103" name="Google Shape;103;g3be78938f28_0_17:notes"/>
          <p:cNvSpPr txBox="1"/>
          <p:nvPr>
            <p:ph idx="1" type="body"/>
          </p:nvPr>
        </p:nvSpPr>
        <p:spPr>
          <a:xfrm>
            <a:off x="755650" y="5078412"/>
            <a:ext cx="6048300" cy="4811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6: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chemeClr val="dk1"/>
              </a:buClr>
              <a:buSzPts val="1400"/>
              <a:buFont typeface="Trebuchet MS"/>
              <a:buNone/>
            </a:pPr>
            <a:fld id="{00000000-1234-1234-1234-123412341234}" type="slidenum">
              <a:rPr b="0" i="0" lang="en-US" sz="1400" u="none">
                <a:solidFill>
                  <a:schemeClr val="dk1"/>
                </a:solidFill>
                <a:latin typeface="Trebuchet MS"/>
                <a:ea typeface="Trebuchet MS"/>
                <a:cs typeface="Trebuchet MS"/>
                <a:sym typeface="Trebuchet MS"/>
              </a:rPr>
              <a:t>‹#›</a:t>
            </a:fld>
            <a:endParaRPr/>
          </a:p>
        </p:txBody>
      </p:sp>
      <p:sp>
        <p:nvSpPr>
          <p:cNvPr id="109" name="Google Shape;109;p6:notes"/>
          <p:cNvSpPr/>
          <p:nvPr>
            <p:ph idx="2" type="sldImg"/>
          </p:nvPr>
        </p:nvSpPr>
        <p:spPr>
          <a:xfrm>
            <a:off x="1106487" y="812800"/>
            <a:ext cx="5346700"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110" name="Google Shape;110;p6: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txBox="1"/>
          <p:nvPr>
            <p:ph idx="1" type="body"/>
          </p:nvPr>
        </p:nvSpPr>
        <p:spPr>
          <a:xfrm>
            <a:off x="755650" y="5078412"/>
            <a:ext cx="6046787" cy="4810125"/>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17" name="Google Shape;117;p7:notes"/>
          <p:cNvSpPr/>
          <p:nvPr>
            <p:ph idx="2" type="sldImg"/>
          </p:nvPr>
        </p:nvSpPr>
        <p:spPr>
          <a:xfrm>
            <a:off x="215900" y="812800"/>
            <a:ext cx="7126287" cy="4006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d7e559667e_0_76:notes"/>
          <p:cNvSpPr txBox="1"/>
          <p:nvPr/>
        </p:nvSpPr>
        <p:spPr>
          <a:xfrm>
            <a:off x="4278312" y="10156825"/>
            <a:ext cx="3279900"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chemeClr val="dk1"/>
              </a:buClr>
              <a:buSzPts val="1400"/>
              <a:buFont typeface="Trebuchet MS"/>
              <a:buNone/>
            </a:pPr>
            <a:fld id="{00000000-1234-1234-1234-123412341234}" type="slidenum">
              <a:rPr b="0" i="0" lang="en-US" sz="1400" u="none">
                <a:solidFill>
                  <a:schemeClr val="dk1"/>
                </a:solidFill>
                <a:latin typeface="Trebuchet MS"/>
                <a:ea typeface="Trebuchet MS"/>
                <a:cs typeface="Trebuchet MS"/>
                <a:sym typeface="Trebuchet MS"/>
              </a:rPr>
              <a:t>‹#›</a:t>
            </a:fld>
            <a:endParaRPr/>
          </a:p>
        </p:txBody>
      </p:sp>
      <p:sp>
        <p:nvSpPr>
          <p:cNvPr id="125" name="Google Shape;125;g3d7e559667e_0_76:notes"/>
          <p:cNvSpPr/>
          <p:nvPr>
            <p:ph idx="2" type="sldImg"/>
          </p:nvPr>
        </p:nvSpPr>
        <p:spPr>
          <a:xfrm>
            <a:off x="1106487" y="812800"/>
            <a:ext cx="5346600" cy="40083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126" name="Google Shape;126;g3d7e559667e_0_76:notes"/>
          <p:cNvSpPr txBox="1"/>
          <p:nvPr>
            <p:ph idx="1" type="body"/>
          </p:nvPr>
        </p:nvSpPr>
        <p:spPr>
          <a:xfrm>
            <a:off x="755650" y="5078412"/>
            <a:ext cx="6048300" cy="4811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d7e559667e_0_86:notes"/>
          <p:cNvSpPr txBox="1"/>
          <p:nvPr/>
        </p:nvSpPr>
        <p:spPr>
          <a:xfrm>
            <a:off x="4278312" y="10156825"/>
            <a:ext cx="3279900"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chemeClr val="dk1"/>
              </a:buClr>
              <a:buSzPts val="1400"/>
              <a:buFont typeface="Trebuchet MS"/>
              <a:buNone/>
            </a:pPr>
            <a:fld id="{00000000-1234-1234-1234-123412341234}" type="slidenum">
              <a:rPr b="0" i="0" lang="en-US" sz="1400" u="none">
                <a:solidFill>
                  <a:schemeClr val="dk1"/>
                </a:solidFill>
                <a:latin typeface="Trebuchet MS"/>
                <a:ea typeface="Trebuchet MS"/>
                <a:cs typeface="Trebuchet MS"/>
                <a:sym typeface="Trebuchet MS"/>
              </a:rPr>
              <a:t>‹#›</a:t>
            </a:fld>
            <a:endParaRPr/>
          </a:p>
        </p:txBody>
      </p:sp>
      <p:sp>
        <p:nvSpPr>
          <p:cNvPr id="134" name="Google Shape;134;g3d7e559667e_0_86:notes"/>
          <p:cNvSpPr/>
          <p:nvPr>
            <p:ph idx="2" type="sldImg"/>
          </p:nvPr>
        </p:nvSpPr>
        <p:spPr>
          <a:xfrm>
            <a:off x="1106487" y="812800"/>
            <a:ext cx="5346600" cy="40083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135" name="Google Shape;135;g3d7e559667e_0_86:notes"/>
          <p:cNvSpPr txBox="1"/>
          <p:nvPr>
            <p:ph idx="1" type="body"/>
          </p:nvPr>
        </p:nvSpPr>
        <p:spPr>
          <a:xfrm>
            <a:off x="755650" y="5078412"/>
            <a:ext cx="6048300" cy="4811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be7f5215c5_0_14:notes"/>
          <p:cNvSpPr txBox="1"/>
          <p:nvPr/>
        </p:nvSpPr>
        <p:spPr>
          <a:xfrm>
            <a:off x="4278312" y="10156825"/>
            <a:ext cx="3279900"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chemeClr val="dk1"/>
              </a:buClr>
              <a:buSzPts val="1400"/>
              <a:buFont typeface="Trebuchet MS"/>
              <a:buNone/>
            </a:pPr>
            <a:fld id="{00000000-1234-1234-1234-123412341234}" type="slidenum">
              <a:rPr b="0" i="0" lang="en-US" sz="1400" u="none">
                <a:solidFill>
                  <a:schemeClr val="dk1"/>
                </a:solidFill>
                <a:latin typeface="Trebuchet MS"/>
                <a:ea typeface="Trebuchet MS"/>
                <a:cs typeface="Trebuchet MS"/>
                <a:sym typeface="Trebuchet MS"/>
              </a:rPr>
              <a:t>‹#›</a:t>
            </a:fld>
            <a:endParaRPr/>
          </a:p>
        </p:txBody>
      </p:sp>
      <p:sp>
        <p:nvSpPr>
          <p:cNvPr id="143" name="Google Shape;143;g3be7f5215c5_0_14:notes"/>
          <p:cNvSpPr/>
          <p:nvPr>
            <p:ph idx="2" type="sldImg"/>
          </p:nvPr>
        </p:nvSpPr>
        <p:spPr>
          <a:xfrm>
            <a:off x="1106487" y="812800"/>
            <a:ext cx="5346600" cy="40083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144" name="Google Shape;144;g3be7f5215c5_0_14:notes"/>
          <p:cNvSpPr txBox="1"/>
          <p:nvPr>
            <p:ph idx="1" type="body"/>
          </p:nvPr>
        </p:nvSpPr>
        <p:spPr>
          <a:xfrm>
            <a:off x="755650" y="5078412"/>
            <a:ext cx="6048300" cy="4811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d7e559667e_0_98:notes"/>
          <p:cNvSpPr/>
          <p:nvPr>
            <p:ph idx="2" type="sldImg"/>
          </p:nvPr>
        </p:nvSpPr>
        <p:spPr>
          <a:xfrm>
            <a:off x="215900" y="812800"/>
            <a:ext cx="7126200" cy="40068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d7e559667e_0_98:notes"/>
          <p:cNvSpPr txBox="1"/>
          <p:nvPr>
            <p:ph idx="1" type="body"/>
          </p:nvPr>
        </p:nvSpPr>
        <p:spPr>
          <a:xfrm>
            <a:off x="755650" y="5078412"/>
            <a:ext cx="6046800" cy="481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3" name="Google Shape;153;g3d7e559667e_0_98:notes"/>
          <p:cNvSpPr txBox="1"/>
          <p:nvPr>
            <p:ph idx="12" type="sldNum"/>
          </p:nvPr>
        </p:nvSpPr>
        <p:spPr>
          <a:xfrm>
            <a:off x="4278312" y="10156825"/>
            <a:ext cx="3279900" cy="5334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1400"/>
              <a:buFont typeface="Times New Roman"/>
              <a:buNone/>
            </a:pPr>
            <a:fld id="{00000000-1234-1234-1234-123412341234}" type="slidenum">
              <a:rPr lang="en-US"/>
              <a:t>‹#›</a:t>
            </a:fld>
            <a:endParaRPr>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d7e559667e_0_114:notes"/>
          <p:cNvSpPr/>
          <p:nvPr>
            <p:ph idx="2" type="sldImg"/>
          </p:nvPr>
        </p:nvSpPr>
        <p:spPr>
          <a:xfrm>
            <a:off x="215900" y="812800"/>
            <a:ext cx="7126200" cy="40068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d7e559667e_0_114:notes"/>
          <p:cNvSpPr txBox="1"/>
          <p:nvPr>
            <p:ph idx="1" type="body"/>
          </p:nvPr>
        </p:nvSpPr>
        <p:spPr>
          <a:xfrm>
            <a:off x="755650" y="5078412"/>
            <a:ext cx="6046800" cy="481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1" name="Google Shape;161;g3d7e559667e_0_114:notes"/>
          <p:cNvSpPr txBox="1"/>
          <p:nvPr>
            <p:ph idx="12" type="sldNum"/>
          </p:nvPr>
        </p:nvSpPr>
        <p:spPr>
          <a:xfrm>
            <a:off x="4278312" y="10156825"/>
            <a:ext cx="3279900" cy="5334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1400"/>
              <a:buFont typeface="Times New Roman"/>
              <a:buNone/>
            </a:pPr>
            <a:fld id="{00000000-1234-1234-1234-123412341234}" type="slidenum">
              <a:rPr lang="en-US"/>
              <a:t>‹#›</a:t>
            </a:fld>
            <a:endParaRPr>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d7e559667e_0_123:notes"/>
          <p:cNvSpPr/>
          <p:nvPr>
            <p:ph idx="2" type="sldImg"/>
          </p:nvPr>
        </p:nvSpPr>
        <p:spPr>
          <a:xfrm>
            <a:off x="215900" y="812800"/>
            <a:ext cx="7126200" cy="40068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d7e559667e_0_123:notes"/>
          <p:cNvSpPr txBox="1"/>
          <p:nvPr>
            <p:ph idx="1" type="body"/>
          </p:nvPr>
        </p:nvSpPr>
        <p:spPr>
          <a:xfrm>
            <a:off x="755650" y="5078412"/>
            <a:ext cx="6046800" cy="481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9" name="Google Shape;169;g3d7e559667e_0_123:notes"/>
          <p:cNvSpPr txBox="1"/>
          <p:nvPr>
            <p:ph idx="12" type="sldNum"/>
          </p:nvPr>
        </p:nvSpPr>
        <p:spPr>
          <a:xfrm>
            <a:off x="4278312" y="10156825"/>
            <a:ext cx="3279900" cy="5334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1400"/>
              <a:buFont typeface="Times New Roman"/>
              <a:buNone/>
            </a:pPr>
            <a:fld id="{00000000-1234-1234-1234-123412341234}" type="slidenum">
              <a:rPr lang="en-US"/>
              <a:t>‹#›</a:t>
            </a:fld>
            <a:endParaRPr>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d7e559667e_0_132:notes"/>
          <p:cNvSpPr/>
          <p:nvPr>
            <p:ph idx="2" type="sldImg"/>
          </p:nvPr>
        </p:nvSpPr>
        <p:spPr>
          <a:xfrm>
            <a:off x="215900" y="812800"/>
            <a:ext cx="7126200" cy="40068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d7e559667e_0_132:notes"/>
          <p:cNvSpPr txBox="1"/>
          <p:nvPr>
            <p:ph idx="1" type="body"/>
          </p:nvPr>
        </p:nvSpPr>
        <p:spPr>
          <a:xfrm>
            <a:off x="755650" y="5078412"/>
            <a:ext cx="6046800" cy="481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7" name="Google Shape;177;g3d7e559667e_0_132:notes"/>
          <p:cNvSpPr txBox="1"/>
          <p:nvPr>
            <p:ph idx="12" type="sldNum"/>
          </p:nvPr>
        </p:nvSpPr>
        <p:spPr>
          <a:xfrm>
            <a:off x="4278312" y="10156825"/>
            <a:ext cx="3279900" cy="5334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1400"/>
              <a:buFont typeface="Times New Roman"/>
              <a:buNone/>
            </a:pPr>
            <a:fld id="{00000000-1234-1234-1234-123412341234}" type="slidenum">
              <a:rPr lang="en-US"/>
              <a:t>‹#›</a:t>
            </a:fld>
            <a:endParaRPr>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1: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chemeClr val="dk1"/>
              </a:buClr>
              <a:buSzPts val="1400"/>
              <a:buFont typeface="Trebuchet MS"/>
              <a:buNone/>
            </a:pPr>
            <a:fld id="{00000000-1234-1234-1234-123412341234}" type="slidenum">
              <a:rPr b="0" i="0" lang="en-US" sz="1400" u="none">
                <a:solidFill>
                  <a:schemeClr val="dk1"/>
                </a:solidFill>
                <a:latin typeface="Trebuchet MS"/>
                <a:ea typeface="Trebuchet MS"/>
                <a:cs typeface="Trebuchet MS"/>
                <a:sym typeface="Trebuchet MS"/>
              </a:rPr>
              <a:t>‹#›</a:t>
            </a:fld>
            <a:endParaRPr/>
          </a:p>
        </p:txBody>
      </p:sp>
      <p:sp>
        <p:nvSpPr>
          <p:cNvPr id="184" name="Google Shape;184;p11:notes"/>
          <p:cNvSpPr/>
          <p:nvPr>
            <p:ph idx="2" type="sldImg"/>
          </p:nvPr>
        </p:nvSpPr>
        <p:spPr>
          <a:xfrm>
            <a:off x="1106487" y="812800"/>
            <a:ext cx="5346700"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185" name="Google Shape;185;p11: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2: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chemeClr val="dk1"/>
              </a:buClr>
              <a:buSzPts val="1400"/>
              <a:buFont typeface="Trebuchet MS"/>
              <a:buNone/>
            </a:pPr>
            <a:fld id="{00000000-1234-1234-1234-123412341234}" type="slidenum">
              <a:rPr b="0" i="0" lang="en-US" sz="1400" u="none">
                <a:solidFill>
                  <a:schemeClr val="dk1"/>
                </a:solidFill>
                <a:latin typeface="Trebuchet MS"/>
                <a:ea typeface="Trebuchet MS"/>
                <a:cs typeface="Trebuchet MS"/>
                <a:sym typeface="Trebuchet MS"/>
              </a:rPr>
              <a:t>‹#›</a:t>
            </a:fld>
            <a:endParaRPr/>
          </a:p>
        </p:txBody>
      </p:sp>
      <p:sp>
        <p:nvSpPr>
          <p:cNvPr id="191" name="Google Shape;191;p12:notes"/>
          <p:cNvSpPr/>
          <p:nvPr>
            <p:ph idx="2" type="sldImg"/>
          </p:nvPr>
        </p:nvSpPr>
        <p:spPr>
          <a:xfrm>
            <a:off x="1106487" y="812800"/>
            <a:ext cx="5346700"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192" name="Google Shape;192;p12: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3: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rebuchet MS"/>
              <a:buNone/>
            </a:pPr>
            <a:fld id="{00000000-1234-1234-1234-123412341234}" type="slidenum">
              <a:rPr b="0" i="0" lang="en-US" sz="1400" u="none">
                <a:solidFill>
                  <a:srgbClr val="000000"/>
                </a:solidFill>
                <a:latin typeface="Trebuchet MS"/>
                <a:ea typeface="Trebuchet MS"/>
                <a:cs typeface="Trebuchet MS"/>
                <a:sym typeface="Trebuchet MS"/>
              </a:rPr>
              <a:t>‹#›</a:t>
            </a:fld>
            <a:endParaRPr/>
          </a:p>
        </p:txBody>
      </p:sp>
      <p:sp>
        <p:nvSpPr>
          <p:cNvPr id="198" name="Google Shape;198;p13:notes"/>
          <p:cNvSpPr/>
          <p:nvPr>
            <p:ph idx="2" type="sldImg"/>
          </p:nvPr>
        </p:nvSpPr>
        <p:spPr>
          <a:xfrm>
            <a:off x="1106487" y="812800"/>
            <a:ext cx="5346700"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199" name="Google Shape;199;p13: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4: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chemeClr val="dk1"/>
              </a:buClr>
              <a:buSzPts val="1400"/>
              <a:buFont typeface="Trebuchet MS"/>
              <a:buNone/>
            </a:pPr>
            <a:fld id="{00000000-1234-1234-1234-123412341234}" type="slidenum">
              <a:rPr b="0" i="0" lang="en-US" sz="1400" u="none">
                <a:solidFill>
                  <a:schemeClr val="dk1"/>
                </a:solidFill>
                <a:latin typeface="Trebuchet MS"/>
                <a:ea typeface="Trebuchet MS"/>
                <a:cs typeface="Trebuchet MS"/>
                <a:sym typeface="Trebuchet MS"/>
              </a:rPr>
              <a:t>‹#›</a:t>
            </a:fld>
            <a:endParaRPr/>
          </a:p>
        </p:txBody>
      </p:sp>
      <p:sp>
        <p:nvSpPr>
          <p:cNvPr id="206" name="Google Shape;206;p14:notes"/>
          <p:cNvSpPr/>
          <p:nvPr>
            <p:ph idx="2" type="sldImg"/>
          </p:nvPr>
        </p:nvSpPr>
        <p:spPr>
          <a:xfrm>
            <a:off x="1106487" y="812800"/>
            <a:ext cx="5346700"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207" name="Google Shape;207;p14: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343637" y="1094341"/>
            <a:ext cx="9393300" cy="3016800"/>
          </a:xfrm>
          <a:prstGeom prst="rect">
            <a:avLst/>
          </a:prstGeom>
        </p:spPr>
        <p:txBody>
          <a:bodyPr anchorCtr="0" anchor="b" bIns="111975" lIns="111975" spcFirstLastPara="1" rIns="111975" wrap="square" tIns="111975">
            <a:normAutofit/>
          </a:bodyPr>
          <a:lstStyle>
            <a:lvl1pPr lvl="0" algn="ctr">
              <a:spcBef>
                <a:spcPts val="0"/>
              </a:spcBef>
              <a:spcAft>
                <a:spcPts val="0"/>
              </a:spcAft>
              <a:buSzPts val="6400"/>
              <a:buNone/>
              <a:defRPr sz="6400"/>
            </a:lvl1pPr>
            <a:lvl2pPr lvl="1" algn="ctr">
              <a:spcBef>
                <a:spcPts val="0"/>
              </a:spcBef>
              <a:spcAft>
                <a:spcPts val="0"/>
              </a:spcAft>
              <a:buSzPts val="6400"/>
              <a:buNone/>
              <a:defRPr sz="6400"/>
            </a:lvl2pPr>
            <a:lvl3pPr lvl="2" algn="ctr">
              <a:spcBef>
                <a:spcPts val="0"/>
              </a:spcBef>
              <a:spcAft>
                <a:spcPts val="0"/>
              </a:spcAft>
              <a:buSzPts val="6400"/>
              <a:buNone/>
              <a:defRPr sz="6400"/>
            </a:lvl3pPr>
            <a:lvl4pPr lvl="3" algn="ctr">
              <a:spcBef>
                <a:spcPts val="0"/>
              </a:spcBef>
              <a:spcAft>
                <a:spcPts val="0"/>
              </a:spcAft>
              <a:buSzPts val="6400"/>
              <a:buNone/>
              <a:defRPr sz="6400"/>
            </a:lvl4pPr>
            <a:lvl5pPr lvl="4" algn="ctr">
              <a:spcBef>
                <a:spcPts val="0"/>
              </a:spcBef>
              <a:spcAft>
                <a:spcPts val="0"/>
              </a:spcAft>
              <a:buSzPts val="6400"/>
              <a:buNone/>
              <a:defRPr sz="6400"/>
            </a:lvl5pPr>
            <a:lvl6pPr lvl="5" algn="ctr">
              <a:spcBef>
                <a:spcPts val="0"/>
              </a:spcBef>
              <a:spcAft>
                <a:spcPts val="0"/>
              </a:spcAft>
              <a:buSzPts val="6400"/>
              <a:buNone/>
              <a:defRPr sz="6400"/>
            </a:lvl6pPr>
            <a:lvl7pPr lvl="6" algn="ctr">
              <a:spcBef>
                <a:spcPts val="0"/>
              </a:spcBef>
              <a:spcAft>
                <a:spcPts val="0"/>
              </a:spcAft>
              <a:buSzPts val="6400"/>
              <a:buNone/>
              <a:defRPr sz="6400"/>
            </a:lvl7pPr>
            <a:lvl8pPr lvl="7" algn="ctr">
              <a:spcBef>
                <a:spcPts val="0"/>
              </a:spcBef>
              <a:spcAft>
                <a:spcPts val="0"/>
              </a:spcAft>
              <a:buSzPts val="6400"/>
              <a:buNone/>
              <a:defRPr sz="6400"/>
            </a:lvl8pPr>
            <a:lvl9pPr lvl="8" algn="ctr">
              <a:spcBef>
                <a:spcPts val="0"/>
              </a:spcBef>
              <a:spcAft>
                <a:spcPts val="0"/>
              </a:spcAft>
              <a:buSzPts val="6400"/>
              <a:buNone/>
              <a:defRPr sz="6400"/>
            </a:lvl9pPr>
          </a:lstStyle>
          <a:p/>
        </p:txBody>
      </p:sp>
      <p:sp>
        <p:nvSpPr>
          <p:cNvPr id="15" name="Google Shape;15;p2"/>
          <p:cNvSpPr txBox="1"/>
          <p:nvPr>
            <p:ph idx="1" type="subTitle"/>
          </p:nvPr>
        </p:nvSpPr>
        <p:spPr>
          <a:xfrm>
            <a:off x="343628" y="4165464"/>
            <a:ext cx="9393300" cy="1164900"/>
          </a:xfrm>
          <a:prstGeom prst="rect">
            <a:avLst/>
          </a:prstGeom>
        </p:spPr>
        <p:txBody>
          <a:bodyPr anchorCtr="0" anchor="t" bIns="111975" lIns="111975" spcFirstLastPara="1" rIns="111975" wrap="square" tIns="111975">
            <a:normAutofit/>
          </a:bodyPr>
          <a:lstStyle>
            <a:lvl1pPr lvl="0" algn="ctr">
              <a:lnSpc>
                <a:spcPct val="100000"/>
              </a:lnSpc>
              <a:spcBef>
                <a:spcPts val="0"/>
              </a:spcBef>
              <a:spcAft>
                <a:spcPts val="0"/>
              </a:spcAft>
              <a:buSzPts val="3400"/>
              <a:buNone/>
              <a:defRPr sz="3400"/>
            </a:lvl1pPr>
            <a:lvl2pPr lvl="1" algn="ctr">
              <a:lnSpc>
                <a:spcPct val="100000"/>
              </a:lnSpc>
              <a:spcBef>
                <a:spcPts val="0"/>
              </a:spcBef>
              <a:spcAft>
                <a:spcPts val="0"/>
              </a:spcAft>
              <a:buSzPts val="3400"/>
              <a:buNone/>
              <a:defRPr sz="3400"/>
            </a:lvl2pPr>
            <a:lvl3pPr lvl="2" algn="ctr">
              <a:lnSpc>
                <a:spcPct val="100000"/>
              </a:lnSpc>
              <a:spcBef>
                <a:spcPts val="0"/>
              </a:spcBef>
              <a:spcAft>
                <a:spcPts val="0"/>
              </a:spcAft>
              <a:buSzPts val="3400"/>
              <a:buNone/>
              <a:defRPr sz="3400"/>
            </a:lvl3pPr>
            <a:lvl4pPr lvl="3" algn="ctr">
              <a:lnSpc>
                <a:spcPct val="100000"/>
              </a:lnSpc>
              <a:spcBef>
                <a:spcPts val="0"/>
              </a:spcBef>
              <a:spcAft>
                <a:spcPts val="0"/>
              </a:spcAft>
              <a:buSzPts val="3400"/>
              <a:buNone/>
              <a:defRPr sz="3400"/>
            </a:lvl4pPr>
            <a:lvl5pPr lvl="4" algn="ctr">
              <a:lnSpc>
                <a:spcPct val="100000"/>
              </a:lnSpc>
              <a:spcBef>
                <a:spcPts val="0"/>
              </a:spcBef>
              <a:spcAft>
                <a:spcPts val="0"/>
              </a:spcAft>
              <a:buSzPts val="3400"/>
              <a:buNone/>
              <a:defRPr sz="3400"/>
            </a:lvl5pPr>
            <a:lvl6pPr lvl="5" algn="ctr">
              <a:lnSpc>
                <a:spcPct val="100000"/>
              </a:lnSpc>
              <a:spcBef>
                <a:spcPts val="0"/>
              </a:spcBef>
              <a:spcAft>
                <a:spcPts val="0"/>
              </a:spcAft>
              <a:buSzPts val="3400"/>
              <a:buNone/>
              <a:defRPr sz="3400"/>
            </a:lvl6pPr>
            <a:lvl7pPr lvl="6" algn="ctr">
              <a:lnSpc>
                <a:spcPct val="100000"/>
              </a:lnSpc>
              <a:spcBef>
                <a:spcPts val="0"/>
              </a:spcBef>
              <a:spcAft>
                <a:spcPts val="0"/>
              </a:spcAft>
              <a:buSzPts val="3400"/>
              <a:buNone/>
              <a:defRPr sz="3400"/>
            </a:lvl7pPr>
            <a:lvl8pPr lvl="7" algn="ctr">
              <a:lnSpc>
                <a:spcPct val="100000"/>
              </a:lnSpc>
              <a:spcBef>
                <a:spcPts val="0"/>
              </a:spcBef>
              <a:spcAft>
                <a:spcPts val="0"/>
              </a:spcAft>
              <a:buSzPts val="3400"/>
              <a:buNone/>
              <a:defRPr sz="3400"/>
            </a:lvl8pPr>
            <a:lvl9pPr lvl="8" algn="ctr">
              <a:lnSpc>
                <a:spcPct val="100000"/>
              </a:lnSpc>
              <a:spcBef>
                <a:spcPts val="0"/>
              </a:spcBef>
              <a:spcAft>
                <a:spcPts val="0"/>
              </a:spcAft>
              <a:buSzPts val="3400"/>
              <a:buNone/>
              <a:defRPr sz="3400"/>
            </a:lvl9pPr>
          </a:lstStyle>
          <a:p/>
        </p:txBody>
      </p:sp>
      <p:sp>
        <p:nvSpPr>
          <p:cNvPr id="16" name="Google Shape;16;p2"/>
          <p:cNvSpPr txBox="1"/>
          <p:nvPr>
            <p:ph idx="12" type="sldNum"/>
          </p:nvPr>
        </p:nvSpPr>
        <p:spPr>
          <a:xfrm>
            <a:off x="9340296" y="6853777"/>
            <a:ext cx="604800" cy="578400"/>
          </a:xfrm>
          <a:prstGeom prst="rect">
            <a:avLst/>
          </a:prstGeom>
        </p:spPr>
        <p:txBody>
          <a:bodyPr anchorCtr="0" anchor="ctr" bIns="111975" lIns="111975" spcFirstLastPara="1" rIns="111975" wrap="square" tIns="1119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343628" y="3161218"/>
            <a:ext cx="9393300" cy="1237200"/>
          </a:xfrm>
          <a:prstGeom prst="rect">
            <a:avLst/>
          </a:prstGeom>
        </p:spPr>
        <p:txBody>
          <a:bodyPr anchorCtr="0" anchor="ctr" bIns="111975" lIns="111975" spcFirstLastPara="1" rIns="111975" wrap="square" tIns="111975">
            <a:normAutofit/>
          </a:bodyPr>
          <a:lstStyle>
            <a:lvl1pPr lvl="0" algn="ctr">
              <a:spcBef>
                <a:spcPts val="0"/>
              </a:spcBef>
              <a:spcAft>
                <a:spcPts val="0"/>
              </a:spcAft>
              <a:buSzPts val="4400"/>
              <a:buNone/>
              <a:defRPr sz="4400"/>
            </a:lvl1pPr>
            <a:lvl2pPr lvl="1" algn="ctr">
              <a:spcBef>
                <a:spcPts val="0"/>
              </a:spcBef>
              <a:spcAft>
                <a:spcPts val="0"/>
              </a:spcAft>
              <a:buSzPts val="4400"/>
              <a:buNone/>
              <a:defRPr sz="4400"/>
            </a:lvl2pPr>
            <a:lvl3pPr lvl="2" algn="ctr">
              <a:spcBef>
                <a:spcPts val="0"/>
              </a:spcBef>
              <a:spcAft>
                <a:spcPts val="0"/>
              </a:spcAft>
              <a:buSzPts val="4400"/>
              <a:buNone/>
              <a:defRPr sz="4400"/>
            </a:lvl3pPr>
            <a:lvl4pPr lvl="3" algn="ctr">
              <a:spcBef>
                <a:spcPts val="0"/>
              </a:spcBef>
              <a:spcAft>
                <a:spcPts val="0"/>
              </a:spcAft>
              <a:buSzPts val="4400"/>
              <a:buNone/>
              <a:defRPr sz="4400"/>
            </a:lvl4pPr>
            <a:lvl5pPr lvl="4" algn="ctr">
              <a:spcBef>
                <a:spcPts val="0"/>
              </a:spcBef>
              <a:spcAft>
                <a:spcPts val="0"/>
              </a:spcAft>
              <a:buSzPts val="4400"/>
              <a:buNone/>
              <a:defRPr sz="4400"/>
            </a:lvl5pPr>
            <a:lvl6pPr lvl="5" algn="ctr">
              <a:spcBef>
                <a:spcPts val="0"/>
              </a:spcBef>
              <a:spcAft>
                <a:spcPts val="0"/>
              </a:spcAft>
              <a:buSzPts val="4400"/>
              <a:buNone/>
              <a:defRPr sz="4400"/>
            </a:lvl6pPr>
            <a:lvl7pPr lvl="6" algn="ctr">
              <a:spcBef>
                <a:spcPts val="0"/>
              </a:spcBef>
              <a:spcAft>
                <a:spcPts val="0"/>
              </a:spcAft>
              <a:buSzPts val="4400"/>
              <a:buNone/>
              <a:defRPr sz="4400"/>
            </a:lvl7pPr>
            <a:lvl8pPr lvl="7" algn="ctr">
              <a:spcBef>
                <a:spcPts val="0"/>
              </a:spcBef>
              <a:spcAft>
                <a:spcPts val="0"/>
              </a:spcAft>
              <a:buSzPts val="4400"/>
              <a:buNone/>
              <a:defRPr sz="4400"/>
            </a:lvl8pPr>
            <a:lvl9pPr lvl="8" algn="ctr">
              <a:spcBef>
                <a:spcPts val="0"/>
              </a:spcBef>
              <a:spcAft>
                <a:spcPts val="0"/>
              </a:spcAft>
              <a:buSzPts val="4400"/>
              <a:buNone/>
              <a:defRPr sz="4400"/>
            </a:lvl9pPr>
          </a:lstStyle>
          <a:p/>
        </p:txBody>
      </p:sp>
      <p:sp>
        <p:nvSpPr>
          <p:cNvPr id="19" name="Google Shape;19;p3"/>
          <p:cNvSpPr txBox="1"/>
          <p:nvPr>
            <p:ph idx="12" type="sldNum"/>
          </p:nvPr>
        </p:nvSpPr>
        <p:spPr>
          <a:xfrm>
            <a:off x="9340296" y="6853777"/>
            <a:ext cx="604800" cy="578400"/>
          </a:xfrm>
          <a:prstGeom prst="rect">
            <a:avLst/>
          </a:prstGeom>
        </p:spPr>
        <p:txBody>
          <a:bodyPr anchorCtr="0" anchor="ctr" bIns="111975" lIns="111975" spcFirstLastPara="1" rIns="111975" wrap="square" tIns="1119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43628" y="654077"/>
            <a:ext cx="9393300" cy="841800"/>
          </a:xfrm>
          <a:prstGeom prst="rect">
            <a:avLst/>
          </a:prstGeom>
        </p:spPr>
        <p:txBody>
          <a:bodyPr anchorCtr="0" anchor="t" bIns="111975" lIns="111975" spcFirstLastPara="1" rIns="111975" wrap="square" tIns="111975">
            <a:normAutofit/>
          </a:bodyPr>
          <a:lstStyle>
            <a:lvl1pPr lvl="0">
              <a:spcBef>
                <a:spcPts val="0"/>
              </a:spcBef>
              <a:spcAft>
                <a:spcPts val="0"/>
              </a:spcAft>
              <a:buSzPts val="3400"/>
              <a:buNone/>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sp>
        <p:nvSpPr>
          <p:cNvPr id="22" name="Google Shape;22;p4"/>
          <p:cNvSpPr txBox="1"/>
          <p:nvPr>
            <p:ph idx="1" type="body"/>
          </p:nvPr>
        </p:nvSpPr>
        <p:spPr>
          <a:xfrm>
            <a:off x="343628" y="1693854"/>
            <a:ext cx="9393300" cy="5021400"/>
          </a:xfrm>
          <a:prstGeom prst="rect">
            <a:avLst/>
          </a:prstGeom>
        </p:spPr>
        <p:txBody>
          <a:bodyPr anchorCtr="0" anchor="t" bIns="111975" lIns="111975" spcFirstLastPara="1" rIns="111975" wrap="square" tIns="111975">
            <a:normAutofit/>
          </a:bodyPr>
          <a:lstStyle>
            <a:lvl1pPr indent="-368300" lvl="0" marL="457200">
              <a:spcBef>
                <a:spcPts val="0"/>
              </a:spcBef>
              <a:spcAft>
                <a:spcPts val="0"/>
              </a:spcAft>
              <a:buSzPts val="22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23" name="Google Shape;23;p4"/>
          <p:cNvSpPr txBox="1"/>
          <p:nvPr>
            <p:ph idx="12" type="sldNum"/>
          </p:nvPr>
        </p:nvSpPr>
        <p:spPr>
          <a:xfrm>
            <a:off x="9340296" y="6853777"/>
            <a:ext cx="604800" cy="578400"/>
          </a:xfrm>
          <a:prstGeom prst="rect">
            <a:avLst/>
          </a:prstGeom>
        </p:spPr>
        <p:txBody>
          <a:bodyPr anchorCtr="0" anchor="ctr" bIns="111975" lIns="111975" spcFirstLastPara="1" rIns="111975" wrap="square" tIns="1119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43628" y="654077"/>
            <a:ext cx="9393300" cy="841800"/>
          </a:xfrm>
          <a:prstGeom prst="rect">
            <a:avLst/>
          </a:prstGeom>
        </p:spPr>
        <p:txBody>
          <a:bodyPr anchorCtr="0" anchor="t" bIns="111975" lIns="111975" spcFirstLastPara="1" rIns="111975" wrap="square" tIns="111975">
            <a:normAutofit/>
          </a:bodyPr>
          <a:lstStyle>
            <a:lvl1pPr lvl="0">
              <a:spcBef>
                <a:spcPts val="0"/>
              </a:spcBef>
              <a:spcAft>
                <a:spcPts val="0"/>
              </a:spcAft>
              <a:buSzPts val="3400"/>
              <a:buNone/>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sp>
        <p:nvSpPr>
          <p:cNvPr id="26" name="Google Shape;26;p5"/>
          <p:cNvSpPr txBox="1"/>
          <p:nvPr>
            <p:ph idx="1" type="body"/>
          </p:nvPr>
        </p:nvSpPr>
        <p:spPr>
          <a:xfrm>
            <a:off x="343628" y="1693854"/>
            <a:ext cx="4409700" cy="5021400"/>
          </a:xfrm>
          <a:prstGeom prst="rect">
            <a:avLst/>
          </a:prstGeom>
        </p:spPr>
        <p:txBody>
          <a:bodyPr anchorCtr="0" anchor="t" bIns="111975" lIns="111975" spcFirstLastPara="1" rIns="111975" wrap="square" tIns="111975">
            <a:normAutofit/>
          </a:bodyPr>
          <a:lstStyle>
            <a:lvl1pPr indent="-336550" lvl="0" marL="457200">
              <a:spcBef>
                <a:spcPts val="0"/>
              </a:spcBef>
              <a:spcAft>
                <a:spcPts val="0"/>
              </a:spcAft>
              <a:buSzPts val="1700"/>
              <a:buChar char="●"/>
              <a:defRPr sz="1700"/>
            </a:lvl1pPr>
            <a:lvl2pPr indent="-323850" lvl="1" marL="914400">
              <a:spcBef>
                <a:spcPts val="0"/>
              </a:spcBef>
              <a:spcAft>
                <a:spcPts val="0"/>
              </a:spcAft>
              <a:buSzPts val="1500"/>
              <a:buChar char="○"/>
              <a:defRPr sz="1500"/>
            </a:lvl2pPr>
            <a:lvl3pPr indent="-323850" lvl="2" marL="1371600">
              <a:spcBef>
                <a:spcPts val="0"/>
              </a:spcBef>
              <a:spcAft>
                <a:spcPts val="0"/>
              </a:spcAft>
              <a:buSzPts val="1500"/>
              <a:buChar char="■"/>
              <a:defRPr sz="1500"/>
            </a:lvl3pPr>
            <a:lvl4pPr indent="-323850" lvl="3" marL="1828800">
              <a:spcBef>
                <a:spcPts val="0"/>
              </a:spcBef>
              <a:spcAft>
                <a:spcPts val="0"/>
              </a:spcAft>
              <a:buSzPts val="1500"/>
              <a:buChar char="●"/>
              <a:defRPr sz="1500"/>
            </a:lvl4pPr>
            <a:lvl5pPr indent="-323850" lvl="4" marL="2286000">
              <a:spcBef>
                <a:spcPts val="0"/>
              </a:spcBef>
              <a:spcAft>
                <a:spcPts val="0"/>
              </a:spcAft>
              <a:buSzPts val="1500"/>
              <a:buChar char="○"/>
              <a:defRPr sz="1500"/>
            </a:lvl5pPr>
            <a:lvl6pPr indent="-323850" lvl="5" marL="2743200">
              <a:spcBef>
                <a:spcPts val="0"/>
              </a:spcBef>
              <a:spcAft>
                <a:spcPts val="0"/>
              </a:spcAft>
              <a:buSzPts val="1500"/>
              <a:buChar char="■"/>
              <a:defRPr sz="1500"/>
            </a:lvl6pPr>
            <a:lvl7pPr indent="-323850" lvl="6" marL="3200400">
              <a:spcBef>
                <a:spcPts val="0"/>
              </a:spcBef>
              <a:spcAft>
                <a:spcPts val="0"/>
              </a:spcAft>
              <a:buSzPts val="1500"/>
              <a:buChar char="●"/>
              <a:defRPr sz="1500"/>
            </a:lvl7pPr>
            <a:lvl8pPr indent="-323850" lvl="7" marL="3657600">
              <a:spcBef>
                <a:spcPts val="0"/>
              </a:spcBef>
              <a:spcAft>
                <a:spcPts val="0"/>
              </a:spcAft>
              <a:buSzPts val="1500"/>
              <a:buChar char="○"/>
              <a:defRPr sz="1500"/>
            </a:lvl8pPr>
            <a:lvl9pPr indent="-323850" lvl="8" marL="4114800">
              <a:spcBef>
                <a:spcPts val="0"/>
              </a:spcBef>
              <a:spcAft>
                <a:spcPts val="0"/>
              </a:spcAft>
              <a:buSzPts val="1500"/>
              <a:buChar char="■"/>
              <a:defRPr sz="1500"/>
            </a:lvl9pPr>
          </a:lstStyle>
          <a:p/>
        </p:txBody>
      </p:sp>
      <p:sp>
        <p:nvSpPr>
          <p:cNvPr id="27" name="Google Shape;27;p5"/>
          <p:cNvSpPr txBox="1"/>
          <p:nvPr>
            <p:ph idx="2" type="body"/>
          </p:nvPr>
        </p:nvSpPr>
        <p:spPr>
          <a:xfrm>
            <a:off x="5327385" y="1693854"/>
            <a:ext cx="4409700" cy="5021400"/>
          </a:xfrm>
          <a:prstGeom prst="rect">
            <a:avLst/>
          </a:prstGeom>
        </p:spPr>
        <p:txBody>
          <a:bodyPr anchorCtr="0" anchor="t" bIns="111975" lIns="111975" spcFirstLastPara="1" rIns="111975" wrap="square" tIns="111975">
            <a:normAutofit/>
          </a:bodyPr>
          <a:lstStyle>
            <a:lvl1pPr indent="-336550" lvl="0" marL="457200">
              <a:spcBef>
                <a:spcPts val="0"/>
              </a:spcBef>
              <a:spcAft>
                <a:spcPts val="0"/>
              </a:spcAft>
              <a:buSzPts val="1700"/>
              <a:buChar char="●"/>
              <a:defRPr sz="1700"/>
            </a:lvl1pPr>
            <a:lvl2pPr indent="-323850" lvl="1" marL="914400">
              <a:spcBef>
                <a:spcPts val="0"/>
              </a:spcBef>
              <a:spcAft>
                <a:spcPts val="0"/>
              </a:spcAft>
              <a:buSzPts val="1500"/>
              <a:buChar char="○"/>
              <a:defRPr sz="1500"/>
            </a:lvl2pPr>
            <a:lvl3pPr indent="-323850" lvl="2" marL="1371600">
              <a:spcBef>
                <a:spcPts val="0"/>
              </a:spcBef>
              <a:spcAft>
                <a:spcPts val="0"/>
              </a:spcAft>
              <a:buSzPts val="1500"/>
              <a:buChar char="■"/>
              <a:defRPr sz="1500"/>
            </a:lvl3pPr>
            <a:lvl4pPr indent="-323850" lvl="3" marL="1828800">
              <a:spcBef>
                <a:spcPts val="0"/>
              </a:spcBef>
              <a:spcAft>
                <a:spcPts val="0"/>
              </a:spcAft>
              <a:buSzPts val="1500"/>
              <a:buChar char="●"/>
              <a:defRPr sz="1500"/>
            </a:lvl4pPr>
            <a:lvl5pPr indent="-323850" lvl="4" marL="2286000">
              <a:spcBef>
                <a:spcPts val="0"/>
              </a:spcBef>
              <a:spcAft>
                <a:spcPts val="0"/>
              </a:spcAft>
              <a:buSzPts val="1500"/>
              <a:buChar char="○"/>
              <a:defRPr sz="1500"/>
            </a:lvl5pPr>
            <a:lvl6pPr indent="-323850" lvl="5" marL="2743200">
              <a:spcBef>
                <a:spcPts val="0"/>
              </a:spcBef>
              <a:spcAft>
                <a:spcPts val="0"/>
              </a:spcAft>
              <a:buSzPts val="1500"/>
              <a:buChar char="■"/>
              <a:defRPr sz="1500"/>
            </a:lvl6pPr>
            <a:lvl7pPr indent="-323850" lvl="6" marL="3200400">
              <a:spcBef>
                <a:spcPts val="0"/>
              </a:spcBef>
              <a:spcAft>
                <a:spcPts val="0"/>
              </a:spcAft>
              <a:buSzPts val="1500"/>
              <a:buChar char="●"/>
              <a:defRPr sz="1500"/>
            </a:lvl7pPr>
            <a:lvl8pPr indent="-323850" lvl="7" marL="3657600">
              <a:spcBef>
                <a:spcPts val="0"/>
              </a:spcBef>
              <a:spcAft>
                <a:spcPts val="0"/>
              </a:spcAft>
              <a:buSzPts val="1500"/>
              <a:buChar char="○"/>
              <a:defRPr sz="1500"/>
            </a:lvl8pPr>
            <a:lvl9pPr indent="-323850" lvl="8" marL="4114800">
              <a:spcBef>
                <a:spcPts val="0"/>
              </a:spcBef>
              <a:spcAft>
                <a:spcPts val="0"/>
              </a:spcAft>
              <a:buSzPts val="1500"/>
              <a:buChar char="■"/>
              <a:defRPr sz="1500"/>
            </a:lvl9pPr>
          </a:lstStyle>
          <a:p/>
        </p:txBody>
      </p:sp>
      <p:sp>
        <p:nvSpPr>
          <p:cNvPr id="28" name="Google Shape;28;p5"/>
          <p:cNvSpPr txBox="1"/>
          <p:nvPr>
            <p:ph idx="12" type="sldNum"/>
          </p:nvPr>
        </p:nvSpPr>
        <p:spPr>
          <a:xfrm>
            <a:off x="9340296" y="6853777"/>
            <a:ext cx="604800" cy="578400"/>
          </a:xfrm>
          <a:prstGeom prst="rect">
            <a:avLst/>
          </a:prstGeom>
        </p:spPr>
        <p:txBody>
          <a:bodyPr anchorCtr="0" anchor="ctr" bIns="111975" lIns="111975" spcFirstLastPara="1" rIns="111975" wrap="square" tIns="1119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43628" y="654077"/>
            <a:ext cx="9393300" cy="841800"/>
          </a:xfrm>
          <a:prstGeom prst="rect">
            <a:avLst/>
          </a:prstGeom>
        </p:spPr>
        <p:txBody>
          <a:bodyPr anchorCtr="0" anchor="t" bIns="111975" lIns="111975" spcFirstLastPara="1" rIns="111975" wrap="square" tIns="111975">
            <a:normAutofit/>
          </a:bodyPr>
          <a:lstStyle>
            <a:lvl1pPr lvl="0">
              <a:spcBef>
                <a:spcPts val="0"/>
              </a:spcBef>
              <a:spcAft>
                <a:spcPts val="0"/>
              </a:spcAft>
              <a:buSzPts val="3400"/>
              <a:buNone/>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sp>
        <p:nvSpPr>
          <p:cNvPr id="31" name="Google Shape;31;p6"/>
          <p:cNvSpPr txBox="1"/>
          <p:nvPr>
            <p:ph idx="12" type="sldNum"/>
          </p:nvPr>
        </p:nvSpPr>
        <p:spPr>
          <a:xfrm>
            <a:off x="9340296" y="6853777"/>
            <a:ext cx="604800" cy="578400"/>
          </a:xfrm>
          <a:prstGeom prst="rect">
            <a:avLst/>
          </a:prstGeom>
        </p:spPr>
        <p:txBody>
          <a:bodyPr anchorCtr="0" anchor="ctr" bIns="111975" lIns="111975" spcFirstLastPara="1" rIns="111975" wrap="square" tIns="1119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43628" y="816595"/>
            <a:ext cx="3095700" cy="1110600"/>
          </a:xfrm>
          <a:prstGeom prst="rect">
            <a:avLst/>
          </a:prstGeom>
        </p:spPr>
        <p:txBody>
          <a:bodyPr anchorCtr="0" anchor="b" bIns="111975" lIns="111975" spcFirstLastPara="1" rIns="111975" wrap="square" tIns="111975">
            <a:normAutofit/>
          </a:bodyPr>
          <a:lstStyle>
            <a:lvl1pPr lvl="0">
              <a:spcBef>
                <a:spcPts val="0"/>
              </a:spcBef>
              <a:spcAft>
                <a:spcPts val="0"/>
              </a:spcAft>
              <a:buSzPts val="2900"/>
              <a:buNone/>
              <a:defRPr sz="2900"/>
            </a:lvl1pPr>
            <a:lvl2pPr lvl="1">
              <a:spcBef>
                <a:spcPts val="0"/>
              </a:spcBef>
              <a:spcAft>
                <a:spcPts val="0"/>
              </a:spcAft>
              <a:buSzPts val="2900"/>
              <a:buNone/>
              <a:defRPr sz="2900"/>
            </a:lvl2pPr>
            <a:lvl3pPr lvl="2">
              <a:spcBef>
                <a:spcPts val="0"/>
              </a:spcBef>
              <a:spcAft>
                <a:spcPts val="0"/>
              </a:spcAft>
              <a:buSzPts val="2900"/>
              <a:buNone/>
              <a:defRPr sz="2900"/>
            </a:lvl3pPr>
            <a:lvl4pPr lvl="3">
              <a:spcBef>
                <a:spcPts val="0"/>
              </a:spcBef>
              <a:spcAft>
                <a:spcPts val="0"/>
              </a:spcAft>
              <a:buSzPts val="2900"/>
              <a:buNone/>
              <a:defRPr sz="2900"/>
            </a:lvl4pPr>
            <a:lvl5pPr lvl="4">
              <a:spcBef>
                <a:spcPts val="0"/>
              </a:spcBef>
              <a:spcAft>
                <a:spcPts val="0"/>
              </a:spcAft>
              <a:buSzPts val="2900"/>
              <a:buNone/>
              <a:defRPr sz="2900"/>
            </a:lvl5pPr>
            <a:lvl6pPr lvl="5">
              <a:spcBef>
                <a:spcPts val="0"/>
              </a:spcBef>
              <a:spcAft>
                <a:spcPts val="0"/>
              </a:spcAft>
              <a:buSzPts val="2900"/>
              <a:buNone/>
              <a:defRPr sz="2900"/>
            </a:lvl6pPr>
            <a:lvl7pPr lvl="6">
              <a:spcBef>
                <a:spcPts val="0"/>
              </a:spcBef>
              <a:spcAft>
                <a:spcPts val="0"/>
              </a:spcAft>
              <a:buSzPts val="2900"/>
              <a:buNone/>
              <a:defRPr sz="2900"/>
            </a:lvl7pPr>
            <a:lvl8pPr lvl="7">
              <a:spcBef>
                <a:spcPts val="0"/>
              </a:spcBef>
              <a:spcAft>
                <a:spcPts val="0"/>
              </a:spcAft>
              <a:buSzPts val="2900"/>
              <a:buNone/>
              <a:defRPr sz="2900"/>
            </a:lvl8pPr>
            <a:lvl9pPr lvl="8">
              <a:spcBef>
                <a:spcPts val="0"/>
              </a:spcBef>
              <a:spcAft>
                <a:spcPts val="0"/>
              </a:spcAft>
              <a:buSzPts val="2900"/>
              <a:buNone/>
              <a:defRPr sz="2900"/>
            </a:lvl9pPr>
          </a:lstStyle>
          <a:p/>
        </p:txBody>
      </p:sp>
      <p:sp>
        <p:nvSpPr>
          <p:cNvPr id="34" name="Google Shape;34;p7"/>
          <p:cNvSpPr txBox="1"/>
          <p:nvPr>
            <p:ph idx="1" type="body"/>
          </p:nvPr>
        </p:nvSpPr>
        <p:spPr>
          <a:xfrm>
            <a:off x="343628" y="2042369"/>
            <a:ext cx="3095700" cy="4672800"/>
          </a:xfrm>
          <a:prstGeom prst="rect">
            <a:avLst/>
          </a:prstGeom>
        </p:spPr>
        <p:txBody>
          <a:bodyPr anchorCtr="0" anchor="t" bIns="111975" lIns="111975" spcFirstLastPara="1" rIns="111975" wrap="square" tIns="111975">
            <a:normAutofit/>
          </a:bodyPr>
          <a:lstStyle>
            <a:lvl1pPr indent="-323850" lvl="0" marL="457200">
              <a:spcBef>
                <a:spcPts val="0"/>
              </a:spcBef>
              <a:spcAft>
                <a:spcPts val="0"/>
              </a:spcAft>
              <a:buSzPts val="1500"/>
              <a:buChar char="●"/>
              <a:defRPr sz="1500"/>
            </a:lvl1pPr>
            <a:lvl2pPr indent="-323850" lvl="1" marL="914400">
              <a:spcBef>
                <a:spcPts val="0"/>
              </a:spcBef>
              <a:spcAft>
                <a:spcPts val="0"/>
              </a:spcAft>
              <a:buSzPts val="1500"/>
              <a:buChar char="○"/>
              <a:defRPr sz="1500"/>
            </a:lvl2pPr>
            <a:lvl3pPr indent="-323850" lvl="2" marL="1371600">
              <a:spcBef>
                <a:spcPts val="0"/>
              </a:spcBef>
              <a:spcAft>
                <a:spcPts val="0"/>
              </a:spcAft>
              <a:buSzPts val="1500"/>
              <a:buChar char="■"/>
              <a:defRPr sz="1500"/>
            </a:lvl3pPr>
            <a:lvl4pPr indent="-323850" lvl="3" marL="1828800">
              <a:spcBef>
                <a:spcPts val="0"/>
              </a:spcBef>
              <a:spcAft>
                <a:spcPts val="0"/>
              </a:spcAft>
              <a:buSzPts val="1500"/>
              <a:buChar char="●"/>
              <a:defRPr sz="1500"/>
            </a:lvl4pPr>
            <a:lvl5pPr indent="-323850" lvl="4" marL="2286000">
              <a:spcBef>
                <a:spcPts val="0"/>
              </a:spcBef>
              <a:spcAft>
                <a:spcPts val="0"/>
              </a:spcAft>
              <a:buSzPts val="1500"/>
              <a:buChar char="○"/>
              <a:defRPr sz="1500"/>
            </a:lvl5pPr>
            <a:lvl6pPr indent="-323850" lvl="5" marL="2743200">
              <a:spcBef>
                <a:spcPts val="0"/>
              </a:spcBef>
              <a:spcAft>
                <a:spcPts val="0"/>
              </a:spcAft>
              <a:buSzPts val="1500"/>
              <a:buChar char="■"/>
              <a:defRPr sz="1500"/>
            </a:lvl6pPr>
            <a:lvl7pPr indent="-323850" lvl="6" marL="3200400">
              <a:spcBef>
                <a:spcPts val="0"/>
              </a:spcBef>
              <a:spcAft>
                <a:spcPts val="0"/>
              </a:spcAft>
              <a:buSzPts val="1500"/>
              <a:buChar char="●"/>
              <a:defRPr sz="1500"/>
            </a:lvl7pPr>
            <a:lvl8pPr indent="-323850" lvl="7" marL="3657600">
              <a:spcBef>
                <a:spcPts val="0"/>
              </a:spcBef>
              <a:spcAft>
                <a:spcPts val="0"/>
              </a:spcAft>
              <a:buSzPts val="1500"/>
              <a:buChar char="○"/>
              <a:defRPr sz="1500"/>
            </a:lvl8pPr>
            <a:lvl9pPr indent="-323850" lvl="8" marL="4114800">
              <a:spcBef>
                <a:spcPts val="0"/>
              </a:spcBef>
              <a:spcAft>
                <a:spcPts val="0"/>
              </a:spcAft>
              <a:buSzPts val="1500"/>
              <a:buChar char="■"/>
              <a:defRPr sz="1500"/>
            </a:lvl9pPr>
          </a:lstStyle>
          <a:p/>
        </p:txBody>
      </p:sp>
      <p:sp>
        <p:nvSpPr>
          <p:cNvPr id="35" name="Google Shape;35;p7"/>
          <p:cNvSpPr txBox="1"/>
          <p:nvPr>
            <p:ph idx="12" type="sldNum"/>
          </p:nvPr>
        </p:nvSpPr>
        <p:spPr>
          <a:xfrm>
            <a:off x="9340296" y="6853777"/>
            <a:ext cx="604800" cy="578400"/>
          </a:xfrm>
          <a:prstGeom prst="rect">
            <a:avLst/>
          </a:prstGeom>
        </p:spPr>
        <p:txBody>
          <a:bodyPr anchorCtr="0" anchor="ctr" bIns="111975" lIns="111975" spcFirstLastPara="1" rIns="111975" wrap="square" tIns="1119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8"/>
          <p:cNvSpPr txBox="1"/>
          <p:nvPr>
            <p:ph type="title"/>
          </p:nvPr>
        </p:nvSpPr>
        <p:spPr>
          <a:xfrm>
            <a:off x="540467" y="661609"/>
            <a:ext cx="7020000" cy="6012600"/>
          </a:xfrm>
          <a:prstGeom prst="rect">
            <a:avLst/>
          </a:prstGeom>
        </p:spPr>
        <p:txBody>
          <a:bodyPr anchorCtr="0" anchor="ctr" bIns="111975" lIns="111975" spcFirstLastPara="1" rIns="111975" wrap="square" tIns="111975">
            <a:normAutofit/>
          </a:bodyPr>
          <a:lstStyle>
            <a:lvl1pPr lvl="0">
              <a:spcBef>
                <a:spcPts val="0"/>
              </a:spcBef>
              <a:spcAft>
                <a:spcPts val="0"/>
              </a:spcAft>
              <a:buSzPts val="5900"/>
              <a:buNone/>
              <a:defRPr sz="5900"/>
            </a:lvl1pPr>
            <a:lvl2pPr lvl="1">
              <a:spcBef>
                <a:spcPts val="0"/>
              </a:spcBef>
              <a:spcAft>
                <a:spcPts val="0"/>
              </a:spcAft>
              <a:buSzPts val="5900"/>
              <a:buNone/>
              <a:defRPr sz="5900"/>
            </a:lvl2pPr>
            <a:lvl3pPr lvl="2">
              <a:spcBef>
                <a:spcPts val="0"/>
              </a:spcBef>
              <a:spcAft>
                <a:spcPts val="0"/>
              </a:spcAft>
              <a:buSzPts val="5900"/>
              <a:buNone/>
              <a:defRPr sz="5900"/>
            </a:lvl3pPr>
            <a:lvl4pPr lvl="3">
              <a:spcBef>
                <a:spcPts val="0"/>
              </a:spcBef>
              <a:spcAft>
                <a:spcPts val="0"/>
              </a:spcAft>
              <a:buSzPts val="5900"/>
              <a:buNone/>
              <a:defRPr sz="5900"/>
            </a:lvl4pPr>
            <a:lvl5pPr lvl="4">
              <a:spcBef>
                <a:spcPts val="0"/>
              </a:spcBef>
              <a:spcAft>
                <a:spcPts val="0"/>
              </a:spcAft>
              <a:buSzPts val="5900"/>
              <a:buNone/>
              <a:defRPr sz="5900"/>
            </a:lvl5pPr>
            <a:lvl6pPr lvl="5">
              <a:spcBef>
                <a:spcPts val="0"/>
              </a:spcBef>
              <a:spcAft>
                <a:spcPts val="0"/>
              </a:spcAft>
              <a:buSzPts val="5900"/>
              <a:buNone/>
              <a:defRPr sz="5900"/>
            </a:lvl6pPr>
            <a:lvl7pPr lvl="6">
              <a:spcBef>
                <a:spcPts val="0"/>
              </a:spcBef>
              <a:spcAft>
                <a:spcPts val="0"/>
              </a:spcAft>
              <a:buSzPts val="5900"/>
              <a:buNone/>
              <a:defRPr sz="5900"/>
            </a:lvl7pPr>
            <a:lvl8pPr lvl="7">
              <a:spcBef>
                <a:spcPts val="0"/>
              </a:spcBef>
              <a:spcAft>
                <a:spcPts val="0"/>
              </a:spcAft>
              <a:buSzPts val="5900"/>
              <a:buNone/>
              <a:defRPr sz="5900"/>
            </a:lvl8pPr>
            <a:lvl9pPr lvl="8">
              <a:spcBef>
                <a:spcPts val="0"/>
              </a:spcBef>
              <a:spcAft>
                <a:spcPts val="0"/>
              </a:spcAft>
              <a:buSzPts val="5900"/>
              <a:buNone/>
              <a:defRPr sz="5900"/>
            </a:lvl9pPr>
          </a:lstStyle>
          <a:p/>
        </p:txBody>
      </p:sp>
      <p:sp>
        <p:nvSpPr>
          <p:cNvPr id="38" name="Google Shape;38;p8"/>
          <p:cNvSpPr txBox="1"/>
          <p:nvPr>
            <p:ph idx="12" type="sldNum"/>
          </p:nvPr>
        </p:nvSpPr>
        <p:spPr>
          <a:xfrm>
            <a:off x="9340296" y="6853777"/>
            <a:ext cx="604800" cy="578400"/>
          </a:xfrm>
          <a:prstGeom prst="rect">
            <a:avLst/>
          </a:prstGeom>
        </p:spPr>
        <p:txBody>
          <a:bodyPr anchorCtr="0" anchor="ctr" bIns="111975" lIns="111975" spcFirstLastPara="1" rIns="111975" wrap="square" tIns="1119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5040313" y="-184"/>
            <a:ext cx="5040300" cy="7559700"/>
          </a:xfrm>
          <a:prstGeom prst="rect">
            <a:avLst/>
          </a:prstGeom>
          <a:solidFill>
            <a:schemeClr val="lt2"/>
          </a:solidFill>
          <a:ln>
            <a:noFill/>
          </a:ln>
        </p:spPr>
        <p:txBody>
          <a:bodyPr anchorCtr="0" anchor="ctr" bIns="111975" lIns="111975" spcFirstLastPara="1" rIns="111975" wrap="square" tIns="111975">
            <a:noAutofit/>
          </a:bodyPr>
          <a:lstStyle/>
          <a:p>
            <a:pPr indent="0" lvl="0" marL="0" rtl="0" algn="l">
              <a:spcBef>
                <a:spcPts val="0"/>
              </a:spcBef>
              <a:spcAft>
                <a:spcPts val="0"/>
              </a:spcAft>
              <a:buNone/>
            </a:pPr>
            <a:r>
              <a:t/>
            </a:r>
            <a:endParaRPr/>
          </a:p>
        </p:txBody>
      </p:sp>
      <p:sp>
        <p:nvSpPr>
          <p:cNvPr id="41" name="Google Shape;41;p9"/>
          <p:cNvSpPr txBox="1"/>
          <p:nvPr>
            <p:ph type="title"/>
          </p:nvPr>
        </p:nvSpPr>
        <p:spPr>
          <a:xfrm>
            <a:off x="292695" y="1812463"/>
            <a:ext cx="4459500" cy="2178600"/>
          </a:xfrm>
          <a:prstGeom prst="rect">
            <a:avLst/>
          </a:prstGeom>
        </p:spPr>
        <p:txBody>
          <a:bodyPr anchorCtr="0" anchor="b" bIns="111975" lIns="111975" spcFirstLastPara="1" rIns="111975" wrap="square" tIns="111975">
            <a:normAutofit/>
          </a:bodyPr>
          <a:lstStyle>
            <a:lvl1pPr lvl="0" algn="ctr">
              <a:spcBef>
                <a:spcPts val="0"/>
              </a:spcBef>
              <a:spcAft>
                <a:spcPts val="0"/>
              </a:spcAft>
              <a:buSzPts val="5100"/>
              <a:buNone/>
              <a:defRPr sz="5100"/>
            </a:lvl1pPr>
            <a:lvl2pPr lvl="1" algn="ctr">
              <a:spcBef>
                <a:spcPts val="0"/>
              </a:spcBef>
              <a:spcAft>
                <a:spcPts val="0"/>
              </a:spcAft>
              <a:buSzPts val="5100"/>
              <a:buNone/>
              <a:defRPr sz="5100"/>
            </a:lvl2pPr>
            <a:lvl3pPr lvl="2" algn="ctr">
              <a:spcBef>
                <a:spcPts val="0"/>
              </a:spcBef>
              <a:spcAft>
                <a:spcPts val="0"/>
              </a:spcAft>
              <a:buSzPts val="5100"/>
              <a:buNone/>
              <a:defRPr sz="5100"/>
            </a:lvl3pPr>
            <a:lvl4pPr lvl="3" algn="ctr">
              <a:spcBef>
                <a:spcPts val="0"/>
              </a:spcBef>
              <a:spcAft>
                <a:spcPts val="0"/>
              </a:spcAft>
              <a:buSzPts val="5100"/>
              <a:buNone/>
              <a:defRPr sz="5100"/>
            </a:lvl4pPr>
            <a:lvl5pPr lvl="4" algn="ctr">
              <a:spcBef>
                <a:spcPts val="0"/>
              </a:spcBef>
              <a:spcAft>
                <a:spcPts val="0"/>
              </a:spcAft>
              <a:buSzPts val="5100"/>
              <a:buNone/>
              <a:defRPr sz="5100"/>
            </a:lvl5pPr>
            <a:lvl6pPr lvl="5" algn="ctr">
              <a:spcBef>
                <a:spcPts val="0"/>
              </a:spcBef>
              <a:spcAft>
                <a:spcPts val="0"/>
              </a:spcAft>
              <a:buSzPts val="5100"/>
              <a:buNone/>
              <a:defRPr sz="5100"/>
            </a:lvl6pPr>
            <a:lvl7pPr lvl="6" algn="ctr">
              <a:spcBef>
                <a:spcPts val="0"/>
              </a:spcBef>
              <a:spcAft>
                <a:spcPts val="0"/>
              </a:spcAft>
              <a:buSzPts val="5100"/>
              <a:buNone/>
              <a:defRPr sz="5100"/>
            </a:lvl7pPr>
            <a:lvl8pPr lvl="7" algn="ctr">
              <a:spcBef>
                <a:spcPts val="0"/>
              </a:spcBef>
              <a:spcAft>
                <a:spcPts val="0"/>
              </a:spcAft>
              <a:buSzPts val="5100"/>
              <a:buNone/>
              <a:defRPr sz="5100"/>
            </a:lvl8pPr>
            <a:lvl9pPr lvl="8" algn="ctr">
              <a:spcBef>
                <a:spcPts val="0"/>
              </a:spcBef>
              <a:spcAft>
                <a:spcPts val="0"/>
              </a:spcAft>
              <a:buSzPts val="5100"/>
              <a:buNone/>
              <a:defRPr sz="5100"/>
            </a:lvl9pPr>
          </a:lstStyle>
          <a:p/>
        </p:txBody>
      </p:sp>
      <p:sp>
        <p:nvSpPr>
          <p:cNvPr id="42" name="Google Shape;42;p9"/>
          <p:cNvSpPr txBox="1"/>
          <p:nvPr>
            <p:ph idx="1" type="subTitle"/>
          </p:nvPr>
        </p:nvSpPr>
        <p:spPr>
          <a:xfrm>
            <a:off x="292695" y="4119828"/>
            <a:ext cx="4459500" cy="1815300"/>
          </a:xfrm>
          <a:prstGeom prst="rect">
            <a:avLst/>
          </a:prstGeom>
        </p:spPr>
        <p:txBody>
          <a:bodyPr anchorCtr="0" anchor="t" bIns="111975" lIns="111975" spcFirstLastPara="1" rIns="111975" wrap="square" tIns="111975">
            <a:normAutofit/>
          </a:bodyPr>
          <a:lstStyle>
            <a:lvl1pPr lvl="0" algn="ctr">
              <a:lnSpc>
                <a:spcPct val="100000"/>
              </a:lnSpc>
              <a:spcBef>
                <a:spcPts val="0"/>
              </a:spcBef>
              <a:spcAft>
                <a:spcPts val="0"/>
              </a:spcAft>
              <a:buSzPts val="2600"/>
              <a:buNone/>
              <a:defRPr sz="2600"/>
            </a:lvl1pPr>
            <a:lvl2pPr lvl="1" algn="ctr">
              <a:lnSpc>
                <a:spcPct val="100000"/>
              </a:lnSpc>
              <a:spcBef>
                <a:spcPts val="0"/>
              </a:spcBef>
              <a:spcAft>
                <a:spcPts val="0"/>
              </a:spcAft>
              <a:buSzPts val="2600"/>
              <a:buNone/>
              <a:defRPr sz="2600"/>
            </a:lvl2pPr>
            <a:lvl3pPr lvl="2" algn="ctr">
              <a:lnSpc>
                <a:spcPct val="100000"/>
              </a:lnSpc>
              <a:spcBef>
                <a:spcPts val="0"/>
              </a:spcBef>
              <a:spcAft>
                <a:spcPts val="0"/>
              </a:spcAft>
              <a:buSzPts val="2600"/>
              <a:buNone/>
              <a:defRPr sz="2600"/>
            </a:lvl3pPr>
            <a:lvl4pPr lvl="3" algn="ctr">
              <a:lnSpc>
                <a:spcPct val="100000"/>
              </a:lnSpc>
              <a:spcBef>
                <a:spcPts val="0"/>
              </a:spcBef>
              <a:spcAft>
                <a:spcPts val="0"/>
              </a:spcAft>
              <a:buSzPts val="2600"/>
              <a:buNone/>
              <a:defRPr sz="2600"/>
            </a:lvl4pPr>
            <a:lvl5pPr lvl="4" algn="ctr">
              <a:lnSpc>
                <a:spcPct val="100000"/>
              </a:lnSpc>
              <a:spcBef>
                <a:spcPts val="0"/>
              </a:spcBef>
              <a:spcAft>
                <a:spcPts val="0"/>
              </a:spcAft>
              <a:buSzPts val="2600"/>
              <a:buNone/>
              <a:defRPr sz="2600"/>
            </a:lvl5pPr>
            <a:lvl6pPr lvl="5" algn="ctr">
              <a:lnSpc>
                <a:spcPct val="100000"/>
              </a:lnSpc>
              <a:spcBef>
                <a:spcPts val="0"/>
              </a:spcBef>
              <a:spcAft>
                <a:spcPts val="0"/>
              </a:spcAft>
              <a:buSzPts val="2600"/>
              <a:buNone/>
              <a:defRPr sz="2600"/>
            </a:lvl6pPr>
            <a:lvl7pPr lvl="6" algn="ctr">
              <a:lnSpc>
                <a:spcPct val="100000"/>
              </a:lnSpc>
              <a:spcBef>
                <a:spcPts val="0"/>
              </a:spcBef>
              <a:spcAft>
                <a:spcPts val="0"/>
              </a:spcAft>
              <a:buSzPts val="2600"/>
              <a:buNone/>
              <a:defRPr sz="2600"/>
            </a:lvl7pPr>
            <a:lvl8pPr lvl="7" algn="ctr">
              <a:lnSpc>
                <a:spcPct val="100000"/>
              </a:lnSpc>
              <a:spcBef>
                <a:spcPts val="0"/>
              </a:spcBef>
              <a:spcAft>
                <a:spcPts val="0"/>
              </a:spcAft>
              <a:buSzPts val="2600"/>
              <a:buNone/>
              <a:defRPr sz="2600"/>
            </a:lvl8pPr>
            <a:lvl9pPr lvl="8" algn="ctr">
              <a:lnSpc>
                <a:spcPct val="100000"/>
              </a:lnSpc>
              <a:spcBef>
                <a:spcPts val="0"/>
              </a:spcBef>
              <a:spcAft>
                <a:spcPts val="0"/>
              </a:spcAft>
              <a:buSzPts val="2600"/>
              <a:buNone/>
              <a:defRPr sz="2600"/>
            </a:lvl9pPr>
          </a:lstStyle>
          <a:p/>
        </p:txBody>
      </p:sp>
      <p:sp>
        <p:nvSpPr>
          <p:cNvPr id="43" name="Google Shape;43;p9"/>
          <p:cNvSpPr txBox="1"/>
          <p:nvPr>
            <p:ph idx="2" type="body"/>
          </p:nvPr>
        </p:nvSpPr>
        <p:spPr>
          <a:xfrm>
            <a:off x="5445456" y="1064211"/>
            <a:ext cx="4230000" cy="5430900"/>
          </a:xfrm>
          <a:prstGeom prst="rect">
            <a:avLst/>
          </a:prstGeom>
        </p:spPr>
        <p:txBody>
          <a:bodyPr anchorCtr="0" anchor="ctr" bIns="111975" lIns="111975" spcFirstLastPara="1" rIns="111975" wrap="square" tIns="111975">
            <a:normAutofit/>
          </a:bodyPr>
          <a:lstStyle>
            <a:lvl1pPr indent="-368300" lvl="0" marL="457200">
              <a:spcBef>
                <a:spcPts val="0"/>
              </a:spcBef>
              <a:spcAft>
                <a:spcPts val="0"/>
              </a:spcAft>
              <a:buSzPts val="22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44" name="Google Shape;44;p9"/>
          <p:cNvSpPr txBox="1"/>
          <p:nvPr>
            <p:ph idx="12" type="sldNum"/>
          </p:nvPr>
        </p:nvSpPr>
        <p:spPr>
          <a:xfrm>
            <a:off x="9340296" y="6853777"/>
            <a:ext cx="604800" cy="578400"/>
          </a:xfrm>
          <a:prstGeom prst="rect">
            <a:avLst/>
          </a:prstGeom>
        </p:spPr>
        <p:txBody>
          <a:bodyPr anchorCtr="0" anchor="ctr" bIns="111975" lIns="111975" spcFirstLastPara="1" rIns="111975" wrap="square" tIns="1119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43628" y="6217901"/>
            <a:ext cx="6613200" cy="889200"/>
          </a:xfrm>
          <a:prstGeom prst="rect">
            <a:avLst/>
          </a:prstGeom>
        </p:spPr>
        <p:txBody>
          <a:bodyPr anchorCtr="0" anchor="ctr" bIns="111975" lIns="111975" spcFirstLastPara="1" rIns="111975" wrap="square" tIns="111975">
            <a:normAutofit/>
          </a:bodyPr>
          <a:lstStyle>
            <a:lvl1pPr indent="-228600" lvl="0" marL="457200">
              <a:lnSpc>
                <a:spcPct val="100000"/>
              </a:lnSpc>
              <a:spcBef>
                <a:spcPts val="0"/>
              </a:spcBef>
              <a:spcAft>
                <a:spcPts val="0"/>
              </a:spcAft>
              <a:buSzPts val="2200"/>
              <a:buNone/>
              <a:defRPr/>
            </a:lvl1pPr>
          </a:lstStyle>
          <a:p/>
        </p:txBody>
      </p:sp>
      <p:sp>
        <p:nvSpPr>
          <p:cNvPr id="47" name="Google Shape;47;p10"/>
          <p:cNvSpPr txBox="1"/>
          <p:nvPr>
            <p:ph idx="12" type="sldNum"/>
          </p:nvPr>
        </p:nvSpPr>
        <p:spPr>
          <a:xfrm>
            <a:off x="9340296" y="6853777"/>
            <a:ext cx="604800" cy="578400"/>
          </a:xfrm>
          <a:prstGeom prst="rect">
            <a:avLst/>
          </a:prstGeom>
        </p:spPr>
        <p:txBody>
          <a:bodyPr anchorCtr="0" anchor="ctr" bIns="111975" lIns="111975" spcFirstLastPara="1" rIns="111975" wrap="square" tIns="1119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txBox="1"/>
          <p:nvPr>
            <p:ph hasCustomPrompt="1" type="title"/>
          </p:nvPr>
        </p:nvSpPr>
        <p:spPr>
          <a:xfrm>
            <a:off x="343628" y="1625731"/>
            <a:ext cx="9393300" cy="2886000"/>
          </a:xfrm>
          <a:prstGeom prst="rect">
            <a:avLst/>
          </a:prstGeom>
        </p:spPr>
        <p:txBody>
          <a:bodyPr anchorCtr="0" anchor="b" bIns="111975" lIns="111975" spcFirstLastPara="1" rIns="111975" wrap="square" tIns="111975">
            <a:normAutofit/>
          </a:bodyPr>
          <a:lstStyle>
            <a:lvl1pPr lvl="0" algn="ctr">
              <a:spcBef>
                <a:spcPts val="0"/>
              </a:spcBef>
              <a:spcAft>
                <a:spcPts val="0"/>
              </a:spcAft>
              <a:buSzPts val="14700"/>
              <a:buNone/>
              <a:defRPr sz="14700"/>
            </a:lvl1pPr>
            <a:lvl2pPr lvl="1" algn="ctr">
              <a:spcBef>
                <a:spcPts val="0"/>
              </a:spcBef>
              <a:spcAft>
                <a:spcPts val="0"/>
              </a:spcAft>
              <a:buSzPts val="14700"/>
              <a:buNone/>
              <a:defRPr sz="14700"/>
            </a:lvl2pPr>
            <a:lvl3pPr lvl="2" algn="ctr">
              <a:spcBef>
                <a:spcPts val="0"/>
              </a:spcBef>
              <a:spcAft>
                <a:spcPts val="0"/>
              </a:spcAft>
              <a:buSzPts val="14700"/>
              <a:buNone/>
              <a:defRPr sz="14700"/>
            </a:lvl3pPr>
            <a:lvl4pPr lvl="3" algn="ctr">
              <a:spcBef>
                <a:spcPts val="0"/>
              </a:spcBef>
              <a:spcAft>
                <a:spcPts val="0"/>
              </a:spcAft>
              <a:buSzPts val="14700"/>
              <a:buNone/>
              <a:defRPr sz="14700"/>
            </a:lvl4pPr>
            <a:lvl5pPr lvl="4" algn="ctr">
              <a:spcBef>
                <a:spcPts val="0"/>
              </a:spcBef>
              <a:spcAft>
                <a:spcPts val="0"/>
              </a:spcAft>
              <a:buSzPts val="14700"/>
              <a:buNone/>
              <a:defRPr sz="14700"/>
            </a:lvl5pPr>
            <a:lvl6pPr lvl="5" algn="ctr">
              <a:spcBef>
                <a:spcPts val="0"/>
              </a:spcBef>
              <a:spcAft>
                <a:spcPts val="0"/>
              </a:spcAft>
              <a:buSzPts val="14700"/>
              <a:buNone/>
              <a:defRPr sz="14700"/>
            </a:lvl6pPr>
            <a:lvl7pPr lvl="6" algn="ctr">
              <a:spcBef>
                <a:spcPts val="0"/>
              </a:spcBef>
              <a:spcAft>
                <a:spcPts val="0"/>
              </a:spcAft>
              <a:buSzPts val="14700"/>
              <a:buNone/>
              <a:defRPr sz="14700"/>
            </a:lvl7pPr>
            <a:lvl8pPr lvl="7" algn="ctr">
              <a:spcBef>
                <a:spcPts val="0"/>
              </a:spcBef>
              <a:spcAft>
                <a:spcPts val="0"/>
              </a:spcAft>
              <a:buSzPts val="14700"/>
              <a:buNone/>
              <a:defRPr sz="14700"/>
            </a:lvl8pPr>
            <a:lvl9pPr lvl="8" algn="ctr">
              <a:spcBef>
                <a:spcPts val="0"/>
              </a:spcBef>
              <a:spcAft>
                <a:spcPts val="0"/>
              </a:spcAft>
              <a:buSzPts val="14700"/>
              <a:buNone/>
              <a:defRPr sz="14700"/>
            </a:lvl9pPr>
          </a:lstStyle>
          <a:p>
            <a:r>
              <a:t>xx%</a:t>
            </a:r>
          </a:p>
        </p:txBody>
      </p:sp>
      <p:sp>
        <p:nvSpPr>
          <p:cNvPr id="50" name="Google Shape;50;p11"/>
          <p:cNvSpPr txBox="1"/>
          <p:nvPr>
            <p:ph idx="1" type="body"/>
          </p:nvPr>
        </p:nvSpPr>
        <p:spPr>
          <a:xfrm>
            <a:off x="343628" y="4632992"/>
            <a:ext cx="9393300" cy="1911900"/>
          </a:xfrm>
          <a:prstGeom prst="rect">
            <a:avLst/>
          </a:prstGeom>
        </p:spPr>
        <p:txBody>
          <a:bodyPr anchorCtr="0" anchor="t" bIns="111975" lIns="111975" spcFirstLastPara="1" rIns="111975" wrap="square" tIns="111975">
            <a:normAutofit/>
          </a:bodyPr>
          <a:lstStyle>
            <a:lvl1pPr indent="-368300" lvl="0" marL="457200" algn="ctr">
              <a:spcBef>
                <a:spcPts val="0"/>
              </a:spcBef>
              <a:spcAft>
                <a:spcPts val="0"/>
              </a:spcAft>
              <a:buSzPts val="2200"/>
              <a:buChar char="●"/>
              <a:defRPr/>
            </a:lvl1pPr>
            <a:lvl2pPr indent="-336550" lvl="1" marL="914400" algn="ctr">
              <a:spcBef>
                <a:spcPts val="0"/>
              </a:spcBef>
              <a:spcAft>
                <a:spcPts val="0"/>
              </a:spcAft>
              <a:buSzPts val="1700"/>
              <a:buChar char="○"/>
              <a:defRPr/>
            </a:lvl2pPr>
            <a:lvl3pPr indent="-336550" lvl="2" marL="1371600" algn="ctr">
              <a:spcBef>
                <a:spcPts val="0"/>
              </a:spcBef>
              <a:spcAft>
                <a:spcPts val="0"/>
              </a:spcAft>
              <a:buSzPts val="1700"/>
              <a:buChar char="■"/>
              <a:defRPr/>
            </a:lvl3pPr>
            <a:lvl4pPr indent="-336550" lvl="3" marL="1828800" algn="ctr">
              <a:spcBef>
                <a:spcPts val="0"/>
              </a:spcBef>
              <a:spcAft>
                <a:spcPts val="0"/>
              </a:spcAft>
              <a:buSzPts val="1700"/>
              <a:buChar char="●"/>
              <a:defRPr/>
            </a:lvl4pPr>
            <a:lvl5pPr indent="-336550" lvl="4" marL="2286000" algn="ctr">
              <a:spcBef>
                <a:spcPts val="0"/>
              </a:spcBef>
              <a:spcAft>
                <a:spcPts val="0"/>
              </a:spcAft>
              <a:buSzPts val="1700"/>
              <a:buChar char="○"/>
              <a:defRPr/>
            </a:lvl5pPr>
            <a:lvl6pPr indent="-336550" lvl="5" marL="2743200" algn="ctr">
              <a:spcBef>
                <a:spcPts val="0"/>
              </a:spcBef>
              <a:spcAft>
                <a:spcPts val="0"/>
              </a:spcAft>
              <a:buSzPts val="1700"/>
              <a:buChar char="■"/>
              <a:defRPr/>
            </a:lvl6pPr>
            <a:lvl7pPr indent="-336550" lvl="6" marL="3200400" algn="ctr">
              <a:spcBef>
                <a:spcPts val="0"/>
              </a:spcBef>
              <a:spcAft>
                <a:spcPts val="0"/>
              </a:spcAft>
              <a:buSzPts val="1700"/>
              <a:buChar char="●"/>
              <a:defRPr/>
            </a:lvl7pPr>
            <a:lvl8pPr indent="-336550" lvl="7" marL="3657600" algn="ctr">
              <a:spcBef>
                <a:spcPts val="0"/>
              </a:spcBef>
              <a:spcAft>
                <a:spcPts val="0"/>
              </a:spcAft>
              <a:buSzPts val="1700"/>
              <a:buChar char="○"/>
              <a:defRPr/>
            </a:lvl8pPr>
            <a:lvl9pPr indent="-336550" lvl="8" marL="4114800" algn="ctr">
              <a:spcBef>
                <a:spcPts val="0"/>
              </a:spcBef>
              <a:spcAft>
                <a:spcPts val="0"/>
              </a:spcAft>
              <a:buSzPts val="1700"/>
              <a:buChar char="■"/>
              <a:defRPr/>
            </a:lvl9pPr>
          </a:lstStyle>
          <a:p/>
        </p:txBody>
      </p:sp>
      <p:sp>
        <p:nvSpPr>
          <p:cNvPr id="51" name="Google Shape;51;p11"/>
          <p:cNvSpPr txBox="1"/>
          <p:nvPr>
            <p:ph idx="12" type="sldNum"/>
          </p:nvPr>
        </p:nvSpPr>
        <p:spPr>
          <a:xfrm>
            <a:off x="9340296" y="6853777"/>
            <a:ext cx="604800" cy="578400"/>
          </a:xfrm>
          <a:prstGeom prst="rect">
            <a:avLst/>
          </a:prstGeom>
        </p:spPr>
        <p:txBody>
          <a:bodyPr anchorCtr="0" anchor="ctr" bIns="111975" lIns="111975" spcFirstLastPara="1" rIns="111975" wrap="square" tIns="1119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9340296" y="6853777"/>
            <a:ext cx="604800" cy="578400"/>
          </a:xfrm>
          <a:prstGeom prst="rect">
            <a:avLst/>
          </a:prstGeom>
        </p:spPr>
        <p:txBody>
          <a:bodyPr anchorCtr="0" anchor="ctr" bIns="111975" lIns="111975" spcFirstLastPara="1" rIns="111975" wrap="square" tIns="1119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4" name="Shape 54"/>
        <p:cNvGrpSpPr/>
        <p:nvPr/>
      </p:nvGrpSpPr>
      <p:grpSpPr>
        <a:xfrm>
          <a:off x="0" y="0"/>
          <a:ext cx="0" cy="0"/>
          <a:chOff x="0" y="0"/>
          <a:chExt cx="0" cy="0"/>
        </a:xfrm>
      </p:grpSpPr>
      <p:sp>
        <p:nvSpPr>
          <p:cNvPr id="55" name="Google Shape;55;p13"/>
          <p:cNvSpPr txBox="1"/>
          <p:nvPr>
            <p:ph type="title"/>
          </p:nvPr>
        </p:nvSpPr>
        <p:spPr>
          <a:xfrm>
            <a:off x="671512" y="671512"/>
            <a:ext cx="6997800" cy="14556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3400"/>
              <a:buNone/>
              <a:defRPr sz="3968"/>
            </a:lvl1pPr>
            <a:lvl2pPr lvl="1" algn="l">
              <a:spcBef>
                <a:spcPts val="0"/>
              </a:spcBef>
              <a:spcAft>
                <a:spcPts val="0"/>
              </a:spcAft>
              <a:buSzPts val="3400"/>
              <a:buNone/>
              <a:defRPr/>
            </a:lvl2pPr>
            <a:lvl3pPr lvl="2" algn="l">
              <a:spcBef>
                <a:spcPts val="0"/>
              </a:spcBef>
              <a:spcAft>
                <a:spcPts val="0"/>
              </a:spcAft>
              <a:buSzPts val="3400"/>
              <a:buNone/>
              <a:defRPr/>
            </a:lvl3pPr>
            <a:lvl4pPr lvl="3" algn="l">
              <a:spcBef>
                <a:spcPts val="0"/>
              </a:spcBef>
              <a:spcAft>
                <a:spcPts val="0"/>
              </a:spcAft>
              <a:buSzPts val="3400"/>
              <a:buNone/>
              <a:defRPr/>
            </a:lvl4pPr>
            <a:lvl5pPr lvl="4" algn="l">
              <a:spcBef>
                <a:spcPts val="0"/>
              </a:spcBef>
              <a:spcAft>
                <a:spcPts val="0"/>
              </a:spcAft>
              <a:buSzPts val="3400"/>
              <a:buNone/>
              <a:defRPr/>
            </a:lvl5pPr>
            <a:lvl6pPr lvl="5" algn="l">
              <a:spcBef>
                <a:spcPts val="0"/>
              </a:spcBef>
              <a:spcAft>
                <a:spcPts val="0"/>
              </a:spcAft>
              <a:buSzPts val="3400"/>
              <a:buNone/>
              <a:defRPr/>
            </a:lvl6pPr>
            <a:lvl7pPr lvl="6" algn="l">
              <a:spcBef>
                <a:spcPts val="0"/>
              </a:spcBef>
              <a:spcAft>
                <a:spcPts val="0"/>
              </a:spcAft>
              <a:buSzPts val="3400"/>
              <a:buNone/>
              <a:defRPr/>
            </a:lvl7pPr>
            <a:lvl8pPr lvl="7" algn="l">
              <a:spcBef>
                <a:spcPts val="0"/>
              </a:spcBef>
              <a:spcAft>
                <a:spcPts val="0"/>
              </a:spcAft>
              <a:buSzPts val="3400"/>
              <a:buNone/>
              <a:defRPr/>
            </a:lvl8pPr>
            <a:lvl9pPr lvl="8" algn="l">
              <a:spcBef>
                <a:spcPts val="0"/>
              </a:spcBef>
              <a:spcAft>
                <a:spcPts val="0"/>
              </a:spcAft>
              <a:buSzPts val="3400"/>
              <a:buNone/>
              <a:defRPr/>
            </a:lvl9pPr>
          </a:lstStyle>
          <a:p/>
        </p:txBody>
      </p:sp>
      <p:sp>
        <p:nvSpPr>
          <p:cNvPr id="56" name="Google Shape;56;p13"/>
          <p:cNvSpPr txBox="1"/>
          <p:nvPr>
            <p:ph idx="1" type="body"/>
          </p:nvPr>
        </p:nvSpPr>
        <p:spPr>
          <a:xfrm>
            <a:off x="671512" y="2381250"/>
            <a:ext cx="6997800" cy="4278300"/>
          </a:xfrm>
          <a:prstGeom prst="rect">
            <a:avLst/>
          </a:prstGeom>
          <a:noFill/>
          <a:ln>
            <a:noFill/>
          </a:ln>
        </p:spPr>
        <p:txBody>
          <a:bodyPr anchorCtr="0" anchor="t" bIns="45700" lIns="91425" spcFirstLastPara="1" rIns="91425" wrap="square" tIns="45700">
            <a:noAutofit/>
          </a:bodyPr>
          <a:lstStyle>
            <a:lvl1pPr indent="-320040" lvl="0" marL="457200" algn="l">
              <a:spcBef>
                <a:spcPts val="1100"/>
              </a:spcBef>
              <a:spcAft>
                <a:spcPts val="0"/>
              </a:spcAft>
              <a:buSzPts val="1440"/>
              <a:buChar char="●"/>
              <a:defRPr/>
            </a:lvl1pPr>
            <a:lvl2pPr indent="-320040" lvl="1" marL="914400" algn="l">
              <a:spcBef>
                <a:spcPts val="1100"/>
              </a:spcBef>
              <a:spcAft>
                <a:spcPts val="0"/>
              </a:spcAft>
              <a:buSzPts val="1440"/>
              <a:buChar char="○"/>
              <a:defRPr/>
            </a:lvl2pPr>
            <a:lvl3pPr indent="-320040" lvl="2" marL="1371600" algn="l">
              <a:spcBef>
                <a:spcPts val="1100"/>
              </a:spcBef>
              <a:spcAft>
                <a:spcPts val="0"/>
              </a:spcAft>
              <a:buSzPts val="1440"/>
              <a:buChar char="■"/>
              <a:defRPr/>
            </a:lvl3pPr>
            <a:lvl4pPr indent="-320040" lvl="3" marL="1828800" algn="l">
              <a:spcBef>
                <a:spcPts val="1100"/>
              </a:spcBef>
              <a:spcAft>
                <a:spcPts val="0"/>
              </a:spcAft>
              <a:buSzPts val="1440"/>
              <a:buChar char="●"/>
              <a:defRPr/>
            </a:lvl4pPr>
            <a:lvl5pPr indent="-320040" lvl="4" marL="2286000" algn="l">
              <a:spcBef>
                <a:spcPts val="1100"/>
              </a:spcBef>
              <a:spcAft>
                <a:spcPts val="0"/>
              </a:spcAft>
              <a:buSzPts val="1440"/>
              <a:buChar char="○"/>
              <a:defRPr/>
            </a:lvl5pPr>
            <a:lvl6pPr indent="-320040" lvl="5" marL="2743200" algn="l">
              <a:spcBef>
                <a:spcPts val="1102"/>
              </a:spcBef>
              <a:spcAft>
                <a:spcPts val="0"/>
              </a:spcAft>
              <a:buSzPts val="1440"/>
              <a:buChar char="■"/>
              <a:defRPr/>
            </a:lvl6pPr>
            <a:lvl7pPr indent="-320040" lvl="6" marL="3200400" algn="l">
              <a:spcBef>
                <a:spcPts val="1102"/>
              </a:spcBef>
              <a:spcAft>
                <a:spcPts val="0"/>
              </a:spcAft>
              <a:buSzPts val="1440"/>
              <a:buChar char="●"/>
              <a:defRPr/>
            </a:lvl7pPr>
            <a:lvl8pPr indent="-320040" lvl="7" marL="3657600" algn="l">
              <a:spcBef>
                <a:spcPts val="1102"/>
              </a:spcBef>
              <a:spcAft>
                <a:spcPts val="0"/>
              </a:spcAft>
              <a:buSzPts val="1440"/>
              <a:buChar char="○"/>
              <a:defRPr/>
            </a:lvl8pPr>
            <a:lvl9pPr indent="-320040" lvl="8" marL="4114800" algn="l">
              <a:spcBef>
                <a:spcPts val="1102"/>
              </a:spcBef>
              <a:spcAft>
                <a:spcPts val="0"/>
              </a:spcAft>
              <a:buSzPts val="1440"/>
              <a:buChar char="■"/>
              <a:defRPr/>
            </a:lvl9pPr>
          </a:lstStyle>
          <a:p/>
        </p:txBody>
      </p:sp>
      <p:sp>
        <p:nvSpPr>
          <p:cNvPr id="57" name="Google Shape;57;p13"/>
          <p:cNvSpPr txBox="1"/>
          <p:nvPr>
            <p:ph idx="10" type="dt"/>
          </p:nvPr>
        </p:nvSpPr>
        <p:spPr>
          <a:xfrm>
            <a:off x="5959475" y="6659562"/>
            <a:ext cx="754200" cy="4017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3"/>
          <p:cNvSpPr txBox="1"/>
          <p:nvPr>
            <p:ph idx="11" type="ftr"/>
          </p:nvPr>
        </p:nvSpPr>
        <p:spPr>
          <a:xfrm>
            <a:off x="671512" y="6659562"/>
            <a:ext cx="5097600" cy="4017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3"/>
          <p:cNvSpPr txBox="1"/>
          <p:nvPr>
            <p:ph idx="12" type="sldNum"/>
          </p:nvPr>
        </p:nvSpPr>
        <p:spPr>
          <a:xfrm>
            <a:off x="7104062" y="6659562"/>
            <a:ext cx="565200" cy="401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sz="120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43628" y="654077"/>
            <a:ext cx="9393300" cy="841800"/>
          </a:xfrm>
          <a:prstGeom prst="rect">
            <a:avLst/>
          </a:prstGeom>
          <a:noFill/>
          <a:ln>
            <a:noFill/>
          </a:ln>
        </p:spPr>
        <p:txBody>
          <a:bodyPr anchorCtr="0" anchor="t" bIns="111975" lIns="111975" spcFirstLastPara="1" rIns="111975" wrap="square" tIns="111975">
            <a:normAutofit/>
          </a:bodyPr>
          <a:lstStyle>
            <a:lvl1pPr lvl="0">
              <a:spcBef>
                <a:spcPts val="0"/>
              </a:spcBef>
              <a:spcAft>
                <a:spcPts val="0"/>
              </a:spcAft>
              <a:buClr>
                <a:schemeClr val="dk1"/>
              </a:buClr>
              <a:buSzPts val="3400"/>
              <a:buNone/>
              <a:defRPr sz="3400">
                <a:solidFill>
                  <a:schemeClr val="dk1"/>
                </a:solidFill>
              </a:defRPr>
            </a:lvl1pPr>
            <a:lvl2pPr lvl="1">
              <a:spcBef>
                <a:spcPts val="0"/>
              </a:spcBef>
              <a:spcAft>
                <a:spcPts val="0"/>
              </a:spcAft>
              <a:buClr>
                <a:schemeClr val="dk1"/>
              </a:buClr>
              <a:buSzPts val="3400"/>
              <a:buNone/>
              <a:defRPr sz="3400">
                <a:solidFill>
                  <a:schemeClr val="dk1"/>
                </a:solidFill>
              </a:defRPr>
            </a:lvl2pPr>
            <a:lvl3pPr lvl="2">
              <a:spcBef>
                <a:spcPts val="0"/>
              </a:spcBef>
              <a:spcAft>
                <a:spcPts val="0"/>
              </a:spcAft>
              <a:buClr>
                <a:schemeClr val="dk1"/>
              </a:buClr>
              <a:buSzPts val="3400"/>
              <a:buNone/>
              <a:defRPr sz="3400">
                <a:solidFill>
                  <a:schemeClr val="dk1"/>
                </a:solidFill>
              </a:defRPr>
            </a:lvl3pPr>
            <a:lvl4pPr lvl="3">
              <a:spcBef>
                <a:spcPts val="0"/>
              </a:spcBef>
              <a:spcAft>
                <a:spcPts val="0"/>
              </a:spcAft>
              <a:buClr>
                <a:schemeClr val="dk1"/>
              </a:buClr>
              <a:buSzPts val="3400"/>
              <a:buNone/>
              <a:defRPr sz="3400">
                <a:solidFill>
                  <a:schemeClr val="dk1"/>
                </a:solidFill>
              </a:defRPr>
            </a:lvl4pPr>
            <a:lvl5pPr lvl="4">
              <a:spcBef>
                <a:spcPts val="0"/>
              </a:spcBef>
              <a:spcAft>
                <a:spcPts val="0"/>
              </a:spcAft>
              <a:buClr>
                <a:schemeClr val="dk1"/>
              </a:buClr>
              <a:buSzPts val="3400"/>
              <a:buNone/>
              <a:defRPr sz="3400">
                <a:solidFill>
                  <a:schemeClr val="dk1"/>
                </a:solidFill>
              </a:defRPr>
            </a:lvl5pPr>
            <a:lvl6pPr lvl="5">
              <a:spcBef>
                <a:spcPts val="0"/>
              </a:spcBef>
              <a:spcAft>
                <a:spcPts val="0"/>
              </a:spcAft>
              <a:buClr>
                <a:schemeClr val="dk1"/>
              </a:buClr>
              <a:buSzPts val="3400"/>
              <a:buNone/>
              <a:defRPr sz="3400">
                <a:solidFill>
                  <a:schemeClr val="dk1"/>
                </a:solidFill>
              </a:defRPr>
            </a:lvl6pPr>
            <a:lvl7pPr lvl="6">
              <a:spcBef>
                <a:spcPts val="0"/>
              </a:spcBef>
              <a:spcAft>
                <a:spcPts val="0"/>
              </a:spcAft>
              <a:buClr>
                <a:schemeClr val="dk1"/>
              </a:buClr>
              <a:buSzPts val="3400"/>
              <a:buNone/>
              <a:defRPr sz="3400">
                <a:solidFill>
                  <a:schemeClr val="dk1"/>
                </a:solidFill>
              </a:defRPr>
            </a:lvl7pPr>
            <a:lvl8pPr lvl="7">
              <a:spcBef>
                <a:spcPts val="0"/>
              </a:spcBef>
              <a:spcAft>
                <a:spcPts val="0"/>
              </a:spcAft>
              <a:buClr>
                <a:schemeClr val="dk1"/>
              </a:buClr>
              <a:buSzPts val="3400"/>
              <a:buNone/>
              <a:defRPr sz="3400">
                <a:solidFill>
                  <a:schemeClr val="dk1"/>
                </a:solidFill>
              </a:defRPr>
            </a:lvl8pPr>
            <a:lvl9pPr lvl="8">
              <a:spcBef>
                <a:spcPts val="0"/>
              </a:spcBef>
              <a:spcAft>
                <a:spcPts val="0"/>
              </a:spcAft>
              <a:buClr>
                <a:schemeClr val="dk1"/>
              </a:buClr>
              <a:buSzPts val="3400"/>
              <a:buNone/>
              <a:defRPr sz="3400">
                <a:solidFill>
                  <a:schemeClr val="dk1"/>
                </a:solidFill>
              </a:defRPr>
            </a:lvl9pPr>
          </a:lstStyle>
          <a:p/>
        </p:txBody>
      </p:sp>
      <p:sp>
        <p:nvSpPr>
          <p:cNvPr id="11" name="Google Shape;11;p1"/>
          <p:cNvSpPr txBox="1"/>
          <p:nvPr>
            <p:ph idx="1" type="body"/>
          </p:nvPr>
        </p:nvSpPr>
        <p:spPr>
          <a:xfrm>
            <a:off x="343628" y="1693854"/>
            <a:ext cx="9393300" cy="5021400"/>
          </a:xfrm>
          <a:prstGeom prst="rect">
            <a:avLst/>
          </a:prstGeom>
          <a:noFill/>
          <a:ln>
            <a:noFill/>
          </a:ln>
        </p:spPr>
        <p:txBody>
          <a:bodyPr anchorCtr="0" anchor="t" bIns="111975" lIns="111975" spcFirstLastPara="1" rIns="111975" wrap="square" tIns="111975">
            <a:normAutofit/>
          </a:bodyPr>
          <a:lstStyle>
            <a:lvl1pPr indent="-368300" lvl="0" marL="457200">
              <a:lnSpc>
                <a:spcPct val="115000"/>
              </a:lnSpc>
              <a:spcBef>
                <a:spcPts val="0"/>
              </a:spcBef>
              <a:spcAft>
                <a:spcPts val="0"/>
              </a:spcAft>
              <a:buClr>
                <a:schemeClr val="dk2"/>
              </a:buClr>
              <a:buSzPts val="2200"/>
              <a:buChar char="●"/>
              <a:defRPr sz="2200">
                <a:solidFill>
                  <a:schemeClr val="dk2"/>
                </a:solidFill>
              </a:defRPr>
            </a:lvl1pPr>
            <a:lvl2pPr indent="-336550" lvl="1" marL="914400">
              <a:lnSpc>
                <a:spcPct val="115000"/>
              </a:lnSpc>
              <a:spcBef>
                <a:spcPts val="0"/>
              </a:spcBef>
              <a:spcAft>
                <a:spcPts val="0"/>
              </a:spcAft>
              <a:buClr>
                <a:schemeClr val="dk2"/>
              </a:buClr>
              <a:buSzPts val="1700"/>
              <a:buChar char="○"/>
              <a:defRPr sz="1700">
                <a:solidFill>
                  <a:schemeClr val="dk2"/>
                </a:solidFill>
              </a:defRPr>
            </a:lvl2pPr>
            <a:lvl3pPr indent="-336550" lvl="2" marL="1371600">
              <a:lnSpc>
                <a:spcPct val="115000"/>
              </a:lnSpc>
              <a:spcBef>
                <a:spcPts val="0"/>
              </a:spcBef>
              <a:spcAft>
                <a:spcPts val="0"/>
              </a:spcAft>
              <a:buClr>
                <a:schemeClr val="dk2"/>
              </a:buClr>
              <a:buSzPts val="1700"/>
              <a:buChar char="■"/>
              <a:defRPr sz="1700">
                <a:solidFill>
                  <a:schemeClr val="dk2"/>
                </a:solidFill>
              </a:defRPr>
            </a:lvl3pPr>
            <a:lvl4pPr indent="-336550" lvl="3" marL="1828800">
              <a:lnSpc>
                <a:spcPct val="115000"/>
              </a:lnSpc>
              <a:spcBef>
                <a:spcPts val="0"/>
              </a:spcBef>
              <a:spcAft>
                <a:spcPts val="0"/>
              </a:spcAft>
              <a:buClr>
                <a:schemeClr val="dk2"/>
              </a:buClr>
              <a:buSzPts val="1700"/>
              <a:buChar char="●"/>
              <a:defRPr sz="1700">
                <a:solidFill>
                  <a:schemeClr val="dk2"/>
                </a:solidFill>
              </a:defRPr>
            </a:lvl4pPr>
            <a:lvl5pPr indent="-336550" lvl="4" marL="2286000">
              <a:lnSpc>
                <a:spcPct val="115000"/>
              </a:lnSpc>
              <a:spcBef>
                <a:spcPts val="0"/>
              </a:spcBef>
              <a:spcAft>
                <a:spcPts val="0"/>
              </a:spcAft>
              <a:buClr>
                <a:schemeClr val="dk2"/>
              </a:buClr>
              <a:buSzPts val="1700"/>
              <a:buChar char="○"/>
              <a:defRPr sz="1700">
                <a:solidFill>
                  <a:schemeClr val="dk2"/>
                </a:solidFill>
              </a:defRPr>
            </a:lvl5pPr>
            <a:lvl6pPr indent="-336550" lvl="5" marL="2743200">
              <a:lnSpc>
                <a:spcPct val="115000"/>
              </a:lnSpc>
              <a:spcBef>
                <a:spcPts val="0"/>
              </a:spcBef>
              <a:spcAft>
                <a:spcPts val="0"/>
              </a:spcAft>
              <a:buClr>
                <a:schemeClr val="dk2"/>
              </a:buClr>
              <a:buSzPts val="1700"/>
              <a:buChar char="■"/>
              <a:defRPr sz="1700">
                <a:solidFill>
                  <a:schemeClr val="dk2"/>
                </a:solidFill>
              </a:defRPr>
            </a:lvl6pPr>
            <a:lvl7pPr indent="-336550" lvl="6" marL="3200400">
              <a:lnSpc>
                <a:spcPct val="115000"/>
              </a:lnSpc>
              <a:spcBef>
                <a:spcPts val="0"/>
              </a:spcBef>
              <a:spcAft>
                <a:spcPts val="0"/>
              </a:spcAft>
              <a:buClr>
                <a:schemeClr val="dk2"/>
              </a:buClr>
              <a:buSzPts val="1700"/>
              <a:buChar char="●"/>
              <a:defRPr sz="1700">
                <a:solidFill>
                  <a:schemeClr val="dk2"/>
                </a:solidFill>
              </a:defRPr>
            </a:lvl7pPr>
            <a:lvl8pPr indent="-336550" lvl="7" marL="3657600">
              <a:lnSpc>
                <a:spcPct val="115000"/>
              </a:lnSpc>
              <a:spcBef>
                <a:spcPts val="0"/>
              </a:spcBef>
              <a:spcAft>
                <a:spcPts val="0"/>
              </a:spcAft>
              <a:buClr>
                <a:schemeClr val="dk2"/>
              </a:buClr>
              <a:buSzPts val="1700"/>
              <a:buChar char="○"/>
              <a:defRPr sz="1700">
                <a:solidFill>
                  <a:schemeClr val="dk2"/>
                </a:solidFill>
              </a:defRPr>
            </a:lvl8pPr>
            <a:lvl9pPr indent="-336550" lvl="8" marL="4114800">
              <a:lnSpc>
                <a:spcPct val="115000"/>
              </a:lnSpc>
              <a:spcBef>
                <a:spcPts val="0"/>
              </a:spcBef>
              <a:spcAft>
                <a:spcPts val="0"/>
              </a:spcAft>
              <a:buClr>
                <a:schemeClr val="dk2"/>
              </a:buClr>
              <a:buSzPts val="1700"/>
              <a:buChar char="■"/>
              <a:defRPr sz="1700">
                <a:solidFill>
                  <a:schemeClr val="dk2"/>
                </a:solidFill>
              </a:defRPr>
            </a:lvl9pPr>
          </a:lstStyle>
          <a:p/>
        </p:txBody>
      </p:sp>
      <p:sp>
        <p:nvSpPr>
          <p:cNvPr id="12" name="Google Shape;12;p1"/>
          <p:cNvSpPr txBox="1"/>
          <p:nvPr>
            <p:ph idx="12" type="sldNum"/>
          </p:nvPr>
        </p:nvSpPr>
        <p:spPr>
          <a:xfrm>
            <a:off x="9340296" y="6853777"/>
            <a:ext cx="604800" cy="578400"/>
          </a:xfrm>
          <a:prstGeom prst="rect">
            <a:avLst/>
          </a:prstGeom>
          <a:noFill/>
          <a:ln>
            <a:noFill/>
          </a:ln>
        </p:spPr>
        <p:txBody>
          <a:bodyPr anchorCtr="0" anchor="ctr" bIns="111975" lIns="111975" spcFirstLastPara="1" rIns="111975" wrap="square" tIns="111975">
            <a:normAutofit/>
          </a:bodyPr>
          <a:lstStyle>
            <a:lvl1pPr lvl="0" algn="r">
              <a:buNone/>
              <a:defRPr sz="1200">
                <a:solidFill>
                  <a:schemeClr val="dk2"/>
                </a:solidFill>
              </a:defRPr>
            </a:lvl1pPr>
            <a:lvl2pPr lvl="1" algn="r">
              <a:buNone/>
              <a:defRPr sz="1200">
                <a:solidFill>
                  <a:schemeClr val="dk2"/>
                </a:solidFill>
              </a:defRPr>
            </a:lvl2pPr>
            <a:lvl3pPr lvl="2" algn="r">
              <a:buNone/>
              <a:defRPr sz="1200">
                <a:solidFill>
                  <a:schemeClr val="dk2"/>
                </a:solidFill>
              </a:defRPr>
            </a:lvl3pPr>
            <a:lvl4pPr lvl="3" algn="r">
              <a:buNone/>
              <a:defRPr sz="1200">
                <a:solidFill>
                  <a:schemeClr val="dk2"/>
                </a:solidFill>
              </a:defRPr>
            </a:lvl4pPr>
            <a:lvl5pPr lvl="4" algn="r">
              <a:buNone/>
              <a:defRPr sz="1200">
                <a:solidFill>
                  <a:schemeClr val="dk2"/>
                </a:solidFill>
              </a:defRPr>
            </a:lvl5pPr>
            <a:lvl6pPr lvl="5" algn="r">
              <a:buNone/>
              <a:defRPr sz="1200">
                <a:solidFill>
                  <a:schemeClr val="dk2"/>
                </a:solidFill>
              </a:defRPr>
            </a:lvl6pPr>
            <a:lvl7pPr lvl="6" algn="r">
              <a:buNone/>
              <a:defRPr sz="1200">
                <a:solidFill>
                  <a:schemeClr val="dk2"/>
                </a:solidFill>
              </a:defRPr>
            </a:lvl7pPr>
            <a:lvl8pPr lvl="7" algn="r">
              <a:buNone/>
              <a:defRPr sz="1200">
                <a:solidFill>
                  <a:schemeClr val="dk2"/>
                </a:solidFill>
              </a:defRPr>
            </a:lvl8pPr>
            <a:lvl9pPr lvl="8" algn="r">
              <a:buNone/>
              <a:defRPr sz="12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hyperlink" Target="https://sdgs.un.org/goals"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hyperlink" Target="https://sdgs.un.org/goals/goal11" TargetMode="External"/><Relationship Id="rId4" Type="http://schemas.openxmlformats.org/officeDocument/2006/relationships/hyperlink" Target="https://ijnrd.org/papers/IJNRD2404275.pdf" TargetMode="External"/><Relationship Id="rId5" Type="http://schemas.openxmlformats.org/officeDocument/2006/relationships/hyperlink" Target="https://ijisae.org/index.php/IJISAE/article/view/6486" TargetMode="External"/><Relationship Id="rId6" Type="http://schemas.openxmlformats.org/officeDocument/2006/relationships/hyperlink" Target="https://unstats.un.org/sdgs/metadata/files/Metadata-11-07-02.pdf"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nvSpPr>
        <p:spPr>
          <a:xfrm>
            <a:off x="503237" y="1768475"/>
            <a:ext cx="9070975" cy="5467350"/>
          </a:xfrm>
          <a:prstGeom prst="rect">
            <a:avLst/>
          </a:prstGeom>
          <a:noFill/>
          <a:ln>
            <a:noFill/>
          </a:ln>
        </p:spPr>
        <p:txBody>
          <a:bodyPr anchorCtr="0" anchor="ctr" bIns="0" lIns="0" spcFirstLastPara="1" rIns="0" wrap="square" tIns="31675">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cxnSp>
        <p:nvCxnSpPr>
          <p:cNvPr id="66" name="Google Shape;66;p14"/>
          <p:cNvCxnSpPr/>
          <p:nvPr/>
        </p:nvCxnSpPr>
        <p:spPr>
          <a:xfrm>
            <a:off x="0" y="1743075"/>
            <a:ext cx="10080625" cy="0"/>
          </a:xfrm>
          <a:prstGeom prst="straightConnector1">
            <a:avLst/>
          </a:prstGeom>
          <a:noFill/>
          <a:ln cap="rnd" cmpd="sng" w="25400">
            <a:solidFill>
              <a:schemeClr val="dk1"/>
            </a:solidFill>
            <a:prstDash val="solid"/>
            <a:miter lim="800000"/>
            <a:headEnd len="med" w="med" type="none"/>
            <a:tailEnd len="med" w="med" type="none"/>
          </a:ln>
          <a:effectLst>
            <a:outerShdw blurRad="63500" dir="5400000" dist="25400">
              <a:srgbClr val="000000">
                <a:alpha val="34901"/>
              </a:srgbClr>
            </a:outerShdw>
          </a:effectLst>
        </p:spPr>
      </p:cxnSp>
      <p:pic>
        <p:nvPicPr>
          <p:cNvPr id="67" name="Google Shape;67;p14"/>
          <p:cNvPicPr preferRelativeResize="0"/>
          <p:nvPr/>
        </p:nvPicPr>
        <p:blipFill rotWithShape="1">
          <a:blip r:embed="rId3">
            <a:alphaModFix/>
          </a:blip>
          <a:srcRect b="0" l="0" r="0" t="0"/>
          <a:stretch/>
        </p:blipFill>
        <p:spPr>
          <a:xfrm>
            <a:off x="863600" y="179387"/>
            <a:ext cx="7705725" cy="1371600"/>
          </a:xfrm>
          <a:prstGeom prst="rect">
            <a:avLst/>
          </a:prstGeom>
          <a:noFill/>
          <a:ln>
            <a:noFill/>
          </a:ln>
        </p:spPr>
      </p:pic>
      <p:sp>
        <p:nvSpPr>
          <p:cNvPr id="68" name="Google Shape;68;p14"/>
          <p:cNvSpPr txBox="1"/>
          <p:nvPr/>
        </p:nvSpPr>
        <p:spPr>
          <a:xfrm>
            <a:off x="647700" y="2916237"/>
            <a:ext cx="8569200" cy="3417000"/>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200000"/>
              </a:lnSpc>
              <a:spcBef>
                <a:spcPts val="0"/>
              </a:spcBef>
              <a:spcAft>
                <a:spcPts val="0"/>
              </a:spcAft>
              <a:buClr>
                <a:schemeClr val="dk1"/>
              </a:buClr>
              <a:buSzPts val="2400"/>
              <a:buFont typeface="Arial"/>
              <a:buChar char="•"/>
            </a:pPr>
            <a:r>
              <a:rPr b="1" i="0" lang="en-US" sz="2400" u="none">
                <a:solidFill>
                  <a:schemeClr val="dk1"/>
                </a:solidFill>
                <a:latin typeface="Times New Roman"/>
                <a:ea typeface="Times New Roman"/>
                <a:cs typeface="Times New Roman"/>
                <a:sym typeface="Times New Roman"/>
              </a:rPr>
              <a:t>Theme- </a:t>
            </a:r>
            <a:r>
              <a:rPr i="0" lang="en-US" sz="2400" u="sng">
                <a:solidFill>
                  <a:schemeClr val="hlink"/>
                </a:solidFill>
                <a:latin typeface="Trebuchet MS"/>
                <a:ea typeface="Trebuchet MS"/>
                <a:cs typeface="Trebuchet MS"/>
                <a:sym typeface="Trebuchet MS"/>
                <a:hlinkClick r:id="rId4"/>
              </a:rPr>
              <a:t>SDG Goal</a:t>
            </a:r>
            <a:r>
              <a:rPr lang="en-US" sz="2400">
                <a:solidFill>
                  <a:schemeClr val="dk1"/>
                </a:solidFill>
                <a:latin typeface="Times New Roman"/>
                <a:ea typeface="Times New Roman"/>
                <a:cs typeface="Times New Roman"/>
                <a:sym typeface="Times New Roman"/>
              </a:rPr>
              <a:t> 11</a:t>
            </a:r>
            <a:r>
              <a:rPr i="0" lang="en-US" sz="2400" u="none">
                <a:solidFill>
                  <a:schemeClr val="dk1"/>
                </a:solidFill>
                <a:latin typeface="Times New Roman"/>
                <a:ea typeface="Times New Roman"/>
                <a:cs typeface="Times New Roman"/>
                <a:sym typeface="Times New Roman"/>
              </a:rPr>
              <a:t> </a:t>
            </a:r>
            <a:r>
              <a:rPr lang="en-US" sz="2400">
                <a:solidFill>
                  <a:schemeClr val="dk1"/>
                </a:solidFill>
                <a:latin typeface="Times New Roman"/>
                <a:ea typeface="Times New Roman"/>
                <a:cs typeface="Times New Roman"/>
                <a:sym typeface="Times New Roman"/>
              </a:rPr>
              <a:t>&lt;sustainable cities and communities</a:t>
            </a:r>
            <a:r>
              <a:rPr i="0" lang="en-US" sz="2400" u="none">
                <a:solidFill>
                  <a:schemeClr val="dk1"/>
                </a:solidFill>
                <a:latin typeface="Times New Roman"/>
                <a:ea typeface="Times New Roman"/>
                <a:cs typeface="Times New Roman"/>
                <a:sym typeface="Times New Roman"/>
              </a:rPr>
              <a:t>&gt;</a:t>
            </a:r>
            <a:endParaRPr/>
          </a:p>
          <a:p>
            <a:pPr indent="-285750" lvl="0" marL="285750" marR="0" rtl="0" algn="just">
              <a:lnSpc>
                <a:spcPct val="200000"/>
              </a:lnSpc>
              <a:spcBef>
                <a:spcPts val="0"/>
              </a:spcBef>
              <a:spcAft>
                <a:spcPts val="0"/>
              </a:spcAft>
              <a:buClr>
                <a:schemeClr val="dk1"/>
              </a:buClr>
              <a:buSzPts val="2400"/>
              <a:buFont typeface="Arial"/>
              <a:buChar char="•"/>
            </a:pPr>
            <a:r>
              <a:rPr b="1" i="0" lang="en-US" sz="2400" u="none">
                <a:solidFill>
                  <a:schemeClr val="dk1"/>
                </a:solidFill>
                <a:latin typeface="Times New Roman"/>
                <a:ea typeface="Times New Roman"/>
                <a:cs typeface="Times New Roman"/>
                <a:sym typeface="Times New Roman"/>
              </a:rPr>
              <a:t>Category- </a:t>
            </a:r>
            <a:r>
              <a:rPr i="0" lang="en-US" sz="2400" u="none">
                <a:solidFill>
                  <a:schemeClr val="dk1"/>
                </a:solidFill>
                <a:latin typeface="Times New Roman"/>
                <a:ea typeface="Times New Roman"/>
                <a:cs typeface="Times New Roman"/>
                <a:sym typeface="Times New Roman"/>
              </a:rPr>
              <a:t>Software</a:t>
            </a:r>
            <a:endParaRPr/>
          </a:p>
          <a:p>
            <a:pPr indent="-285750" lvl="0" marL="285750" marR="0" rtl="0" algn="just">
              <a:lnSpc>
                <a:spcPct val="200000"/>
              </a:lnSpc>
              <a:spcBef>
                <a:spcPts val="0"/>
              </a:spcBef>
              <a:spcAft>
                <a:spcPts val="0"/>
              </a:spcAft>
              <a:buClr>
                <a:schemeClr val="dk1"/>
              </a:buClr>
              <a:buSzPts val="2400"/>
              <a:buFont typeface="Arial"/>
              <a:buChar char="•"/>
            </a:pPr>
            <a:r>
              <a:rPr b="1" i="0" lang="en-US" sz="2400" u="none">
                <a:solidFill>
                  <a:schemeClr val="dk1"/>
                </a:solidFill>
                <a:latin typeface="Times New Roman"/>
                <a:ea typeface="Times New Roman"/>
                <a:cs typeface="Times New Roman"/>
                <a:sym typeface="Times New Roman"/>
              </a:rPr>
              <a:t>Group No - </a:t>
            </a:r>
            <a:r>
              <a:rPr i="0" lang="en-US" sz="2400" u="none">
                <a:solidFill>
                  <a:schemeClr val="dk1"/>
                </a:solidFill>
                <a:latin typeface="Times New Roman"/>
                <a:ea typeface="Times New Roman"/>
                <a:cs typeface="Times New Roman"/>
                <a:sym typeface="Times New Roman"/>
              </a:rPr>
              <a:t>11</a:t>
            </a:r>
            <a:endParaRPr/>
          </a:p>
          <a:p>
            <a:pPr indent="-285750" lvl="0" marL="285750" marR="0" rtl="0" algn="just">
              <a:lnSpc>
                <a:spcPct val="200000"/>
              </a:lnSpc>
              <a:spcBef>
                <a:spcPts val="0"/>
              </a:spcBef>
              <a:spcAft>
                <a:spcPts val="0"/>
              </a:spcAft>
              <a:buClr>
                <a:schemeClr val="dk1"/>
              </a:buClr>
              <a:buSzPts val="2400"/>
              <a:buFont typeface="Arial"/>
              <a:buChar char="•"/>
            </a:pPr>
            <a:r>
              <a:rPr b="1" i="0" lang="en-US" sz="2400" u="none">
                <a:solidFill>
                  <a:schemeClr val="dk1"/>
                </a:solidFill>
                <a:latin typeface="Times New Roman"/>
                <a:ea typeface="Times New Roman"/>
                <a:cs typeface="Times New Roman"/>
                <a:sym typeface="Times New Roman"/>
              </a:rPr>
              <a:t>Group Members- </a:t>
            </a:r>
            <a:r>
              <a:rPr i="0" lang="en-US" sz="2400" u="none">
                <a:solidFill>
                  <a:schemeClr val="dk1"/>
                </a:solidFill>
                <a:latin typeface="Times New Roman"/>
                <a:ea typeface="Times New Roman"/>
                <a:cs typeface="Times New Roman"/>
                <a:sym typeface="Times New Roman"/>
              </a:rPr>
              <a:t>Palak </a:t>
            </a:r>
            <a:r>
              <a:rPr lang="en-US" sz="2400">
                <a:solidFill>
                  <a:schemeClr val="dk1"/>
                </a:solidFill>
                <a:latin typeface="Times New Roman"/>
                <a:ea typeface="Times New Roman"/>
                <a:cs typeface="Times New Roman"/>
                <a:sym typeface="Times New Roman"/>
              </a:rPr>
              <a:t>Jain, Arya Jain, Preksha Jain</a:t>
            </a:r>
            <a:r>
              <a:rPr lang="en-US" sz="2400">
                <a:solidFill>
                  <a:schemeClr val="dk1"/>
                </a:solidFill>
                <a:latin typeface="Times New Roman"/>
                <a:ea typeface="Times New Roman"/>
                <a:cs typeface="Times New Roman"/>
                <a:sym typeface="Times New Roman"/>
              </a:rPr>
              <a:t>.</a:t>
            </a:r>
            <a:endParaRPr/>
          </a:p>
          <a:p>
            <a:pPr indent="-285750" lvl="0" marL="285750" marR="0" rtl="0" algn="just">
              <a:lnSpc>
                <a:spcPct val="200000"/>
              </a:lnSpc>
              <a:spcBef>
                <a:spcPts val="0"/>
              </a:spcBef>
              <a:spcAft>
                <a:spcPts val="0"/>
              </a:spcAft>
              <a:buClr>
                <a:schemeClr val="dk1"/>
              </a:buClr>
              <a:buSzPts val="2400"/>
              <a:buFont typeface="Arial"/>
              <a:buChar char="•"/>
            </a:pPr>
            <a:r>
              <a:rPr b="1" i="0" lang="en-US" sz="2400" u="none">
                <a:solidFill>
                  <a:schemeClr val="dk1"/>
                </a:solidFill>
                <a:latin typeface="Times New Roman"/>
                <a:ea typeface="Times New Roman"/>
                <a:cs typeface="Times New Roman"/>
                <a:sym typeface="Times New Roman"/>
              </a:rPr>
              <a:t>Guide- </a:t>
            </a:r>
            <a:r>
              <a:rPr i="0" lang="en-US" sz="2400" u="none">
                <a:solidFill>
                  <a:schemeClr val="dk1"/>
                </a:solidFill>
                <a:latin typeface="Times New Roman"/>
                <a:ea typeface="Times New Roman"/>
                <a:cs typeface="Times New Roman"/>
                <a:sym typeface="Times New Roman"/>
              </a:rPr>
              <a:t>Prof. </a:t>
            </a:r>
            <a:r>
              <a:rPr lang="en-US" sz="2400">
                <a:solidFill>
                  <a:schemeClr val="dk1"/>
                </a:solidFill>
                <a:latin typeface="Times New Roman"/>
                <a:ea typeface="Times New Roman"/>
                <a:cs typeface="Times New Roman"/>
                <a:sym typeface="Times New Roman"/>
              </a:rPr>
              <a:t>P</a:t>
            </a:r>
            <a:r>
              <a:rPr i="0" lang="en-US" sz="2400" u="none">
                <a:solidFill>
                  <a:schemeClr val="dk1"/>
                </a:solidFill>
                <a:latin typeface="Times New Roman"/>
                <a:ea typeface="Times New Roman"/>
                <a:cs typeface="Times New Roman"/>
                <a:sym typeface="Times New Roman"/>
              </a:rPr>
              <a:t>oonam Tiware </a:t>
            </a:r>
            <a:endParaRPr/>
          </a:p>
        </p:txBody>
      </p:sp>
      <p:sp>
        <p:nvSpPr>
          <p:cNvPr id="69" name="Google Shape;69;p14"/>
          <p:cNvSpPr txBox="1"/>
          <p:nvPr/>
        </p:nvSpPr>
        <p:spPr>
          <a:xfrm>
            <a:off x="1116012" y="2044700"/>
            <a:ext cx="7200900" cy="571500"/>
          </a:xfrm>
          <a:prstGeom prst="rect">
            <a:avLst/>
          </a:prstGeom>
          <a:noFill/>
          <a:ln>
            <a:noFill/>
          </a:ln>
        </p:spPr>
        <p:txBody>
          <a:bodyPr anchorCtr="0" anchor="t" bIns="45700" lIns="91425" spcFirstLastPara="1" rIns="91425" wrap="square" tIns="45700">
            <a:normAutofit/>
          </a:bodyPr>
          <a:lstStyle/>
          <a:p>
            <a:pPr indent="0" lvl="0" marL="0" marR="0" rtl="0" algn="ctr">
              <a:lnSpc>
                <a:spcPct val="80000"/>
              </a:lnSpc>
              <a:spcBef>
                <a:spcPts val="0"/>
              </a:spcBef>
              <a:spcAft>
                <a:spcPts val="0"/>
              </a:spcAft>
              <a:buClr>
                <a:schemeClr val="accent1"/>
              </a:buClr>
              <a:buSzPts val="600"/>
              <a:buFont typeface="Times New Roman"/>
              <a:buNone/>
            </a:pPr>
            <a:r>
              <a:rPr b="1" i="0" lang="en-US" sz="3600" u="none">
                <a:solidFill>
                  <a:schemeClr val="dk1"/>
                </a:solidFill>
                <a:latin typeface="Times New Roman"/>
                <a:ea typeface="Times New Roman"/>
                <a:cs typeface="Times New Roman"/>
                <a:sym typeface="Times New Roman"/>
              </a:rPr>
              <a:t>NEARY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 name="Shape 74"/>
        <p:cNvGrpSpPr/>
        <p:nvPr/>
      </p:nvGrpSpPr>
      <p:grpSpPr>
        <a:xfrm>
          <a:off x="0" y="0"/>
          <a:ext cx="0" cy="0"/>
          <a:chOff x="0" y="0"/>
          <a:chExt cx="0" cy="0"/>
        </a:xfrm>
      </p:grpSpPr>
      <p:sp>
        <p:nvSpPr>
          <p:cNvPr id="75" name="Google Shape;75;p15"/>
          <p:cNvSpPr txBox="1"/>
          <p:nvPr/>
        </p:nvSpPr>
        <p:spPr>
          <a:xfrm>
            <a:off x="322762" y="12"/>
            <a:ext cx="9071100" cy="1262100"/>
          </a:xfrm>
          <a:prstGeom prst="rect">
            <a:avLst/>
          </a:prstGeom>
          <a:noFill/>
          <a:ln>
            <a:noFill/>
          </a:ln>
        </p:spPr>
        <p:txBody>
          <a:bodyPr anchorCtr="0" anchor="ctr" bIns="0" lIns="0" spcFirstLastPara="1" rIns="0" wrap="square" tIns="31675">
            <a:noAutofit/>
          </a:bodyPr>
          <a:lstStyle/>
          <a:p>
            <a:pPr indent="0" lvl="0" marL="0" marR="0" rtl="0" algn="l">
              <a:lnSpc>
                <a:spcPct val="93000"/>
              </a:lnSpc>
              <a:spcBef>
                <a:spcPts val="0"/>
              </a:spcBef>
              <a:spcAft>
                <a:spcPts val="0"/>
              </a:spcAft>
              <a:buClr>
                <a:srgbClr val="000000"/>
              </a:buClr>
              <a:buSzPts val="3600"/>
              <a:buFont typeface="Times New Roman"/>
              <a:buNone/>
            </a:pPr>
            <a:r>
              <a:rPr b="1" i="0" lang="en-US" sz="3600" u="none">
                <a:solidFill>
                  <a:srgbClr val="000000"/>
                </a:solidFill>
                <a:latin typeface="Times New Roman"/>
                <a:ea typeface="Times New Roman"/>
                <a:cs typeface="Times New Roman"/>
                <a:sym typeface="Times New Roman"/>
              </a:rPr>
              <a:t>Introduction</a:t>
            </a:r>
            <a:endParaRPr/>
          </a:p>
        </p:txBody>
      </p:sp>
      <p:sp>
        <p:nvSpPr>
          <p:cNvPr id="76" name="Google Shape;76;p15"/>
          <p:cNvSpPr txBox="1"/>
          <p:nvPr/>
        </p:nvSpPr>
        <p:spPr>
          <a:xfrm>
            <a:off x="322750" y="1098475"/>
            <a:ext cx="7648200" cy="63699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15000"/>
              </a:lnSpc>
              <a:spcBef>
                <a:spcPts val="0"/>
              </a:spcBef>
              <a:spcAft>
                <a:spcPts val="0"/>
              </a:spcAft>
              <a:buNone/>
            </a:pPr>
            <a:r>
              <a:rPr b="1" lang="en-US" sz="2400">
                <a:solidFill>
                  <a:srgbClr val="1F1F1F"/>
                </a:solidFill>
                <a:latin typeface="Times New Roman"/>
                <a:ea typeface="Times New Roman"/>
                <a:cs typeface="Times New Roman"/>
                <a:sym typeface="Times New Roman"/>
              </a:rPr>
              <a:t>Background</a:t>
            </a:r>
            <a:endParaRPr b="1" sz="2400">
              <a:solidFill>
                <a:srgbClr val="1F1F1F"/>
              </a:solidFill>
              <a:latin typeface="Times New Roman"/>
              <a:ea typeface="Times New Roman"/>
              <a:cs typeface="Times New Roman"/>
              <a:sym typeface="Times New Roman"/>
            </a:endParaRPr>
          </a:p>
          <a:p>
            <a:pPr indent="-368300" lvl="0" marL="457200" rtl="0" algn="l">
              <a:lnSpc>
                <a:spcPct val="115000"/>
              </a:lnSpc>
              <a:spcBef>
                <a:spcPts val="1200"/>
              </a:spcBef>
              <a:spcAft>
                <a:spcPts val="0"/>
              </a:spcAft>
              <a:buClr>
                <a:srgbClr val="1F1F1F"/>
              </a:buClr>
              <a:buSzPts val="2200"/>
              <a:buFont typeface="Times New Roman"/>
              <a:buChar char="●"/>
            </a:pPr>
            <a:r>
              <a:rPr lang="en-US" sz="2200">
                <a:solidFill>
                  <a:srgbClr val="1F1F1F"/>
                </a:solidFill>
                <a:latin typeface="Times New Roman"/>
                <a:ea typeface="Times New Roman"/>
                <a:cs typeface="Times New Roman"/>
                <a:sym typeface="Times New Roman"/>
              </a:rPr>
              <a:t>Difficulty in finding reliable and verified local help</a:t>
            </a:r>
            <a:endParaRPr sz="2200">
              <a:solidFill>
                <a:srgbClr val="1F1F1F"/>
              </a:solidFill>
              <a:latin typeface="Times New Roman"/>
              <a:ea typeface="Times New Roman"/>
              <a:cs typeface="Times New Roman"/>
              <a:sym typeface="Times New Roman"/>
            </a:endParaRPr>
          </a:p>
          <a:p>
            <a:pPr indent="-368300" lvl="0" marL="457200" rtl="0" algn="l">
              <a:lnSpc>
                <a:spcPct val="115000"/>
              </a:lnSpc>
              <a:spcBef>
                <a:spcPts val="0"/>
              </a:spcBef>
              <a:spcAft>
                <a:spcPts val="0"/>
              </a:spcAft>
              <a:buClr>
                <a:srgbClr val="1F1F1F"/>
              </a:buClr>
              <a:buSzPts val="2200"/>
              <a:buFont typeface="Times New Roman"/>
              <a:buChar char="●"/>
            </a:pPr>
            <a:r>
              <a:rPr lang="en-US" sz="2200">
                <a:solidFill>
                  <a:srgbClr val="1F1F1F"/>
                </a:solidFill>
                <a:latin typeface="Times New Roman"/>
                <a:ea typeface="Times New Roman"/>
                <a:cs typeface="Times New Roman"/>
                <a:sym typeface="Times New Roman"/>
              </a:rPr>
              <a:t>Affects students, newcomers, and urban residents</a:t>
            </a:r>
            <a:endParaRPr sz="2200">
              <a:solidFill>
                <a:srgbClr val="1F1F1F"/>
              </a:solidFill>
              <a:latin typeface="Times New Roman"/>
              <a:ea typeface="Times New Roman"/>
              <a:cs typeface="Times New Roman"/>
              <a:sym typeface="Times New Roman"/>
            </a:endParaRPr>
          </a:p>
          <a:p>
            <a:pPr indent="-368300" lvl="0" marL="457200" rtl="0" algn="l">
              <a:lnSpc>
                <a:spcPct val="115000"/>
              </a:lnSpc>
              <a:spcBef>
                <a:spcPts val="0"/>
              </a:spcBef>
              <a:spcAft>
                <a:spcPts val="0"/>
              </a:spcAft>
              <a:buClr>
                <a:srgbClr val="1F1F1F"/>
              </a:buClr>
              <a:buSzPts val="2200"/>
              <a:buFont typeface="Times New Roman"/>
              <a:buChar char="●"/>
            </a:pPr>
            <a:r>
              <a:rPr lang="en-US" sz="2200">
                <a:solidFill>
                  <a:srgbClr val="1F1F1F"/>
                </a:solidFill>
                <a:latin typeface="Times New Roman"/>
                <a:ea typeface="Times New Roman"/>
                <a:cs typeface="Times New Roman"/>
                <a:sym typeface="Times New Roman"/>
              </a:rPr>
              <a:t>Causes delays in completing everyday tasks</a:t>
            </a:r>
            <a:endParaRPr sz="2200">
              <a:solidFill>
                <a:srgbClr val="1F1F1F"/>
              </a:solidFill>
              <a:latin typeface="Times New Roman"/>
              <a:ea typeface="Times New Roman"/>
              <a:cs typeface="Times New Roman"/>
              <a:sym typeface="Times New Roman"/>
            </a:endParaRPr>
          </a:p>
          <a:p>
            <a:pPr indent="-368300" lvl="0" marL="457200" rtl="0" algn="l">
              <a:lnSpc>
                <a:spcPct val="115000"/>
              </a:lnSpc>
              <a:spcBef>
                <a:spcPts val="0"/>
              </a:spcBef>
              <a:spcAft>
                <a:spcPts val="0"/>
              </a:spcAft>
              <a:buClr>
                <a:srgbClr val="1F1F1F"/>
              </a:buClr>
              <a:buSzPts val="2200"/>
              <a:buFont typeface="Times New Roman"/>
              <a:buChar char="●"/>
            </a:pPr>
            <a:r>
              <a:rPr lang="en-US" sz="2200">
                <a:solidFill>
                  <a:srgbClr val="1F1F1F"/>
                </a:solidFill>
                <a:latin typeface="Times New Roman"/>
                <a:ea typeface="Times New Roman"/>
                <a:cs typeface="Times New Roman"/>
                <a:sym typeface="Times New Roman"/>
              </a:rPr>
              <a:t>Leads to lack of trust in service quality</a:t>
            </a:r>
            <a:endParaRPr sz="2200">
              <a:solidFill>
                <a:srgbClr val="1F1F1F"/>
              </a:solidFill>
              <a:latin typeface="Times New Roman"/>
              <a:ea typeface="Times New Roman"/>
              <a:cs typeface="Times New Roman"/>
              <a:sym typeface="Times New Roman"/>
            </a:endParaRPr>
          </a:p>
          <a:p>
            <a:pPr indent="-368300" lvl="0" marL="457200" rtl="0" algn="l">
              <a:lnSpc>
                <a:spcPct val="115000"/>
              </a:lnSpc>
              <a:spcBef>
                <a:spcPts val="0"/>
              </a:spcBef>
              <a:spcAft>
                <a:spcPts val="0"/>
              </a:spcAft>
              <a:buClr>
                <a:srgbClr val="1F1F1F"/>
              </a:buClr>
              <a:buSzPts val="2200"/>
              <a:buFont typeface="Times New Roman"/>
              <a:buChar char="●"/>
            </a:pPr>
            <a:r>
              <a:rPr lang="en-US" sz="2200">
                <a:solidFill>
                  <a:srgbClr val="1F1F1F"/>
                </a:solidFill>
                <a:latin typeface="Times New Roman"/>
                <a:ea typeface="Times New Roman"/>
                <a:cs typeface="Times New Roman"/>
                <a:sym typeface="Times New Roman"/>
              </a:rPr>
              <a:t>Results in inefficient use of local resources</a:t>
            </a:r>
            <a:endParaRPr sz="2200">
              <a:solidFill>
                <a:srgbClr val="1F1F1F"/>
              </a:solidFill>
              <a:latin typeface="Times New Roman"/>
              <a:ea typeface="Times New Roman"/>
              <a:cs typeface="Times New Roman"/>
              <a:sym typeface="Times New Roman"/>
            </a:endParaRPr>
          </a:p>
          <a:p>
            <a:pPr indent="-368300" lvl="0" marL="457200" rtl="0" algn="l">
              <a:lnSpc>
                <a:spcPct val="115000"/>
              </a:lnSpc>
              <a:spcBef>
                <a:spcPts val="0"/>
              </a:spcBef>
              <a:spcAft>
                <a:spcPts val="0"/>
              </a:spcAft>
              <a:buClr>
                <a:srgbClr val="1F1F1F"/>
              </a:buClr>
              <a:buSzPts val="2200"/>
              <a:buFont typeface="Times New Roman"/>
              <a:buChar char="●"/>
            </a:pPr>
            <a:r>
              <a:rPr lang="en-US" sz="2200">
                <a:solidFill>
                  <a:srgbClr val="1F1F1F"/>
                </a:solidFill>
                <a:latin typeface="Times New Roman"/>
                <a:ea typeface="Times New Roman"/>
                <a:cs typeface="Times New Roman"/>
                <a:sym typeface="Times New Roman"/>
              </a:rPr>
              <a:t>Becomes critical in emergencies due to slow access to nearby help</a:t>
            </a:r>
            <a:endParaRPr sz="2200">
              <a:solidFill>
                <a:srgbClr val="1F1F1F"/>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None/>
            </a:pPr>
            <a:r>
              <a:rPr b="1" lang="en-US" sz="2400">
                <a:solidFill>
                  <a:srgbClr val="1F1F1F"/>
                </a:solidFill>
                <a:latin typeface="Times New Roman"/>
                <a:ea typeface="Times New Roman"/>
                <a:cs typeface="Times New Roman"/>
                <a:sym typeface="Times New Roman"/>
              </a:rPr>
              <a:t>Key Challenges in Modern Cities</a:t>
            </a:r>
            <a:endParaRPr b="1" sz="2400">
              <a:solidFill>
                <a:srgbClr val="1F1F1F"/>
              </a:solidFill>
              <a:latin typeface="Times New Roman"/>
              <a:ea typeface="Times New Roman"/>
              <a:cs typeface="Times New Roman"/>
              <a:sym typeface="Times New Roman"/>
            </a:endParaRPr>
          </a:p>
          <a:p>
            <a:pPr indent="-368300" lvl="0" marL="457200" rtl="0" algn="l">
              <a:lnSpc>
                <a:spcPct val="115000"/>
              </a:lnSpc>
              <a:spcBef>
                <a:spcPts val="1200"/>
              </a:spcBef>
              <a:spcAft>
                <a:spcPts val="0"/>
              </a:spcAft>
              <a:buClr>
                <a:srgbClr val="1F1F1F"/>
              </a:buClr>
              <a:buSzPts val="2200"/>
              <a:buFont typeface="Times New Roman"/>
              <a:buChar char="●"/>
            </a:pPr>
            <a:r>
              <a:rPr lang="en-US" sz="2200">
                <a:solidFill>
                  <a:srgbClr val="1F1F1F"/>
                </a:solidFill>
                <a:latin typeface="Times New Roman"/>
                <a:ea typeface="Times New Roman"/>
                <a:cs typeface="Times New Roman"/>
                <a:sym typeface="Times New Roman"/>
              </a:rPr>
              <a:t>Weak local support networks</a:t>
            </a:r>
            <a:endParaRPr sz="2200">
              <a:solidFill>
                <a:srgbClr val="1F1F1F"/>
              </a:solidFill>
              <a:latin typeface="Times New Roman"/>
              <a:ea typeface="Times New Roman"/>
              <a:cs typeface="Times New Roman"/>
              <a:sym typeface="Times New Roman"/>
            </a:endParaRPr>
          </a:p>
          <a:p>
            <a:pPr indent="-368300" lvl="0" marL="457200" rtl="0" algn="l">
              <a:lnSpc>
                <a:spcPct val="115000"/>
              </a:lnSpc>
              <a:spcBef>
                <a:spcPts val="0"/>
              </a:spcBef>
              <a:spcAft>
                <a:spcPts val="0"/>
              </a:spcAft>
              <a:buClr>
                <a:srgbClr val="1F1F1F"/>
              </a:buClr>
              <a:buSzPts val="2200"/>
              <a:buFont typeface="Times New Roman"/>
              <a:buChar char="●"/>
            </a:pPr>
            <a:r>
              <a:rPr lang="en-US" sz="2200">
                <a:solidFill>
                  <a:srgbClr val="1F1F1F"/>
                </a:solidFill>
                <a:latin typeface="Times New Roman"/>
                <a:ea typeface="Times New Roman"/>
                <a:cs typeface="Times New Roman"/>
                <a:sym typeface="Times New Roman"/>
              </a:rPr>
              <a:t>“Social distance” in urban life</a:t>
            </a:r>
            <a:endParaRPr sz="2200">
              <a:solidFill>
                <a:srgbClr val="1F1F1F"/>
              </a:solidFill>
              <a:latin typeface="Times New Roman"/>
              <a:ea typeface="Times New Roman"/>
              <a:cs typeface="Times New Roman"/>
              <a:sym typeface="Times New Roman"/>
            </a:endParaRPr>
          </a:p>
          <a:p>
            <a:pPr indent="-368300" lvl="0" marL="457200" rtl="0" algn="l">
              <a:lnSpc>
                <a:spcPct val="115000"/>
              </a:lnSpc>
              <a:spcBef>
                <a:spcPts val="0"/>
              </a:spcBef>
              <a:spcAft>
                <a:spcPts val="0"/>
              </a:spcAft>
              <a:buClr>
                <a:srgbClr val="1F1F1F"/>
              </a:buClr>
              <a:buSzPts val="2200"/>
              <a:buFont typeface="Times New Roman"/>
              <a:buChar char="●"/>
            </a:pPr>
            <a:r>
              <a:rPr lang="en-US" sz="2200">
                <a:solidFill>
                  <a:srgbClr val="1F1F1F"/>
                </a:solidFill>
                <a:latin typeface="Times New Roman"/>
                <a:ea typeface="Times New Roman"/>
                <a:cs typeface="Times New Roman"/>
                <a:sym typeface="Times New Roman"/>
              </a:rPr>
              <a:t>Trust and reliability issues</a:t>
            </a:r>
            <a:endParaRPr sz="2200">
              <a:solidFill>
                <a:srgbClr val="1F1F1F"/>
              </a:solidFill>
              <a:latin typeface="Times New Roman"/>
              <a:ea typeface="Times New Roman"/>
              <a:cs typeface="Times New Roman"/>
              <a:sym typeface="Times New Roman"/>
            </a:endParaRPr>
          </a:p>
          <a:p>
            <a:pPr indent="-368300" lvl="0" marL="457200" rtl="0" algn="l">
              <a:lnSpc>
                <a:spcPct val="115000"/>
              </a:lnSpc>
              <a:spcBef>
                <a:spcPts val="0"/>
              </a:spcBef>
              <a:spcAft>
                <a:spcPts val="0"/>
              </a:spcAft>
              <a:buClr>
                <a:srgbClr val="1F1F1F"/>
              </a:buClr>
              <a:buSzPts val="2200"/>
              <a:buFont typeface="Times New Roman"/>
              <a:buChar char="●"/>
            </a:pPr>
            <a:r>
              <a:rPr lang="en-US" sz="2200">
                <a:solidFill>
                  <a:srgbClr val="1F1F1F"/>
                </a:solidFill>
                <a:latin typeface="Times New Roman"/>
                <a:ea typeface="Times New Roman"/>
                <a:cs typeface="Times New Roman"/>
                <a:sym typeface="Times New Roman"/>
              </a:rPr>
              <a:t>Connectivity gaps in communities</a:t>
            </a:r>
            <a:endParaRPr sz="2200">
              <a:solidFill>
                <a:srgbClr val="1F1F1F"/>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t/>
            </a:r>
            <a:endParaRPr sz="1900">
              <a:solidFill>
                <a:srgbClr val="1F1F1F"/>
              </a:solidFill>
              <a:latin typeface="Times New Roman"/>
              <a:ea typeface="Times New Roman"/>
              <a:cs typeface="Times New Roman"/>
              <a:sym typeface="Times New Roman"/>
            </a:endParaRPr>
          </a:p>
          <a:p>
            <a:pPr indent="0" lvl="0" marL="457200" marR="0" rtl="0" algn="l">
              <a:lnSpc>
                <a:spcPct val="115000"/>
              </a:lnSpc>
              <a:spcBef>
                <a:spcPts val="1200"/>
              </a:spcBef>
              <a:spcAft>
                <a:spcPts val="1200"/>
              </a:spcAft>
              <a:buNone/>
            </a:pPr>
            <a:r>
              <a:t/>
            </a:r>
            <a:endParaRPr sz="1900">
              <a:solidFill>
                <a:srgbClr val="1F1F1F"/>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 name="Shape 81"/>
        <p:cNvGrpSpPr/>
        <p:nvPr/>
      </p:nvGrpSpPr>
      <p:grpSpPr>
        <a:xfrm>
          <a:off x="0" y="0"/>
          <a:ext cx="0" cy="0"/>
          <a:chOff x="0" y="0"/>
          <a:chExt cx="0" cy="0"/>
        </a:xfrm>
      </p:grpSpPr>
      <p:sp>
        <p:nvSpPr>
          <p:cNvPr id="82" name="Google Shape;82;p16"/>
          <p:cNvSpPr txBox="1"/>
          <p:nvPr/>
        </p:nvSpPr>
        <p:spPr>
          <a:xfrm>
            <a:off x="359263" y="131000"/>
            <a:ext cx="93621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Clr>
                <a:schemeClr val="dk1"/>
              </a:buClr>
              <a:buSzPts val="1100"/>
              <a:buFont typeface="Arial"/>
              <a:buNone/>
            </a:pPr>
            <a:r>
              <a:rPr b="1" lang="en-US" sz="2400">
                <a:solidFill>
                  <a:srgbClr val="1F1F1F"/>
                </a:solidFill>
                <a:latin typeface="Times New Roman"/>
                <a:ea typeface="Times New Roman"/>
                <a:cs typeface="Times New Roman"/>
                <a:sym typeface="Times New Roman"/>
              </a:rPr>
              <a:t>Motivation</a:t>
            </a:r>
            <a:endParaRPr sz="2400">
              <a:solidFill>
                <a:schemeClr val="dk2"/>
              </a:solidFill>
            </a:endParaRPr>
          </a:p>
        </p:txBody>
      </p:sp>
      <p:sp>
        <p:nvSpPr>
          <p:cNvPr id="83" name="Google Shape;83;p16"/>
          <p:cNvSpPr txBox="1"/>
          <p:nvPr/>
        </p:nvSpPr>
        <p:spPr>
          <a:xfrm>
            <a:off x="474475" y="685100"/>
            <a:ext cx="9131700" cy="16917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chemeClr val="dk1"/>
              </a:buClr>
              <a:buSzPts val="2200"/>
              <a:buFont typeface="Times New Roman"/>
              <a:buChar char="●"/>
            </a:pPr>
            <a:r>
              <a:rPr lang="en-US" sz="2200">
                <a:solidFill>
                  <a:schemeClr val="dk1"/>
                </a:solidFill>
                <a:latin typeface="Times New Roman"/>
                <a:ea typeface="Times New Roman"/>
                <a:cs typeface="Times New Roman"/>
                <a:sym typeface="Times New Roman"/>
              </a:rPr>
              <a:t>Inspired by SDG 11</a:t>
            </a:r>
            <a:endParaRPr sz="2200">
              <a:solidFill>
                <a:schemeClr val="dk1"/>
              </a:solidFill>
              <a:latin typeface="Times New Roman"/>
              <a:ea typeface="Times New Roman"/>
              <a:cs typeface="Times New Roman"/>
              <a:sym typeface="Times New Roman"/>
            </a:endParaRPr>
          </a:p>
          <a:p>
            <a:pPr indent="-368300" lvl="0" marL="457200" rtl="0" algn="l">
              <a:lnSpc>
                <a:spcPct val="115000"/>
              </a:lnSpc>
              <a:spcBef>
                <a:spcPts val="0"/>
              </a:spcBef>
              <a:spcAft>
                <a:spcPts val="0"/>
              </a:spcAft>
              <a:buClr>
                <a:schemeClr val="dk1"/>
              </a:buClr>
              <a:buSzPts val="2200"/>
              <a:buFont typeface="Times New Roman"/>
              <a:buChar char="●"/>
            </a:pPr>
            <a:r>
              <a:rPr lang="en-US" sz="2200">
                <a:solidFill>
                  <a:schemeClr val="dk1"/>
                </a:solidFill>
                <a:latin typeface="Times New Roman"/>
                <a:ea typeface="Times New Roman"/>
                <a:cs typeface="Times New Roman"/>
                <a:sym typeface="Times New Roman"/>
              </a:rPr>
              <a:t>Focus on access and safety</a:t>
            </a:r>
            <a:endParaRPr sz="2200">
              <a:solidFill>
                <a:schemeClr val="dk1"/>
              </a:solidFill>
              <a:latin typeface="Times New Roman"/>
              <a:ea typeface="Times New Roman"/>
              <a:cs typeface="Times New Roman"/>
              <a:sym typeface="Times New Roman"/>
            </a:endParaRPr>
          </a:p>
          <a:p>
            <a:pPr indent="-368300" lvl="0" marL="457200" rtl="0" algn="l">
              <a:lnSpc>
                <a:spcPct val="115000"/>
              </a:lnSpc>
              <a:spcBef>
                <a:spcPts val="0"/>
              </a:spcBef>
              <a:spcAft>
                <a:spcPts val="0"/>
              </a:spcAft>
              <a:buClr>
                <a:schemeClr val="dk1"/>
              </a:buClr>
              <a:buSzPts val="2200"/>
              <a:buFont typeface="Times New Roman"/>
              <a:buChar char="●"/>
            </a:pPr>
            <a:r>
              <a:rPr lang="en-US" sz="2200">
                <a:solidFill>
                  <a:schemeClr val="dk1"/>
                </a:solidFill>
                <a:latin typeface="Times New Roman"/>
                <a:ea typeface="Times New Roman"/>
                <a:cs typeface="Times New Roman"/>
                <a:sym typeface="Times New Roman"/>
              </a:rPr>
              <a:t>Reduce harassment in public spaces</a:t>
            </a:r>
            <a:endParaRPr sz="2200">
              <a:solidFill>
                <a:schemeClr val="dk1"/>
              </a:solidFill>
              <a:latin typeface="Times New Roman"/>
              <a:ea typeface="Times New Roman"/>
              <a:cs typeface="Times New Roman"/>
              <a:sym typeface="Times New Roman"/>
            </a:endParaRPr>
          </a:p>
          <a:p>
            <a:pPr indent="-368300" lvl="0" marL="457200" rtl="0" algn="l">
              <a:lnSpc>
                <a:spcPct val="115000"/>
              </a:lnSpc>
              <a:spcBef>
                <a:spcPts val="0"/>
              </a:spcBef>
              <a:spcAft>
                <a:spcPts val="0"/>
              </a:spcAft>
              <a:buClr>
                <a:schemeClr val="dk1"/>
              </a:buClr>
              <a:buSzPts val="2200"/>
              <a:buFont typeface="Times New Roman"/>
              <a:buChar char="●"/>
            </a:pPr>
            <a:r>
              <a:rPr lang="en-US" sz="2200">
                <a:solidFill>
                  <a:schemeClr val="dk1"/>
                </a:solidFill>
                <a:latin typeface="Times New Roman"/>
                <a:ea typeface="Times New Roman"/>
                <a:cs typeface="Times New Roman"/>
                <a:sym typeface="Times New Roman"/>
              </a:rPr>
              <a:t>Use technology for urban cohesion</a:t>
            </a:r>
            <a:endParaRPr sz="2200">
              <a:solidFill>
                <a:schemeClr val="dk2"/>
              </a:solidFill>
              <a:latin typeface="Times New Roman"/>
              <a:ea typeface="Times New Roman"/>
              <a:cs typeface="Times New Roman"/>
              <a:sym typeface="Times New Roman"/>
            </a:endParaRPr>
          </a:p>
        </p:txBody>
      </p:sp>
      <p:sp>
        <p:nvSpPr>
          <p:cNvPr id="84" name="Google Shape;84;p16"/>
          <p:cNvSpPr txBox="1"/>
          <p:nvPr/>
        </p:nvSpPr>
        <p:spPr>
          <a:xfrm>
            <a:off x="474475" y="2725638"/>
            <a:ext cx="9131700" cy="103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Clr>
                <a:schemeClr val="dk1"/>
              </a:buClr>
              <a:buSzPts val="1100"/>
              <a:buFont typeface="Arial"/>
              <a:buNone/>
            </a:pPr>
            <a:r>
              <a:rPr b="1" lang="en-US" sz="2400">
                <a:solidFill>
                  <a:srgbClr val="1F1F1F"/>
                </a:solidFill>
                <a:latin typeface="Times New Roman"/>
                <a:ea typeface="Times New Roman"/>
                <a:cs typeface="Times New Roman"/>
                <a:sym typeface="Times New Roman"/>
              </a:rPr>
              <a:t>Strategic Objectives and Contributions</a:t>
            </a:r>
            <a:endParaRPr b="1" sz="2400">
              <a:solidFill>
                <a:schemeClr val="dk1"/>
              </a:solidFill>
              <a:latin typeface="Times New Roman"/>
              <a:ea typeface="Times New Roman"/>
              <a:cs typeface="Times New Roman"/>
              <a:sym typeface="Times New Roman"/>
            </a:endParaRPr>
          </a:p>
          <a:p>
            <a:pPr indent="0" lvl="0" marL="0" rtl="0" algn="l">
              <a:spcBef>
                <a:spcPts val="400"/>
              </a:spcBef>
              <a:spcAft>
                <a:spcPts val="0"/>
              </a:spcAft>
              <a:buNone/>
            </a:pPr>
            <a:r>
              <a:t/>
            </a:r>
            <a:endParaRPr sz="2400">
              <a:solidFill>
                <a:schemeClr val="dk2"/>
              </a:solidFill>
            </a:endParaRPr>
          </a:p>
        </p:txBody>
      </p:sp>
      <p:sp>
        <p:nvSpPr>
          <p:cNvPr id="85" name="Google Shape;85;p16"/>
          <p:cNvSpPr txBox="1"/>
          <p:nvPr/>
        </p:nvSpPr>
        <p:spPr>
          <a:xfrm>
            <a:off x="359275" y="3242425"/>
            <a:ext cx="8954700" cy="45714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1200"/>
              </a:spcBef>
              <a:spcAft>
                <a:spcPts val="0"/>
              </a:spcAft>
              <a:buClr>
                <a:schemeClr val="dk1"/>
              </a:buClr>
              <a:buSzPts val="2200"/>
              <a:buFont typeface="Times New Roman"/>
              <a:buChar char="●"/>
            </a:pPr>
            <a:r>
              <a:rPr b="1" lang="en-US" sz="2200">
                <a:solidFill>
                  <a:schemeClr val="dk1"/>
                </a:solidFill>
                <a:latin typeface="Times New Roman"/>
                <a:ea typeface="Times New Roman"/>
                <a:cs typeface="Times New Roman"/>
                <a:sym typeface="Times New Roman"/>
              </a:rPr>
              <a:t>GPS-based local helper ecosystem:</a:t>
            </a:r>
            <a:r>
              <a:rPr lang="en-US" sz="2200">
                <a:solidFill>
                  <a:schemeClr val="dk1"/>
                </a:solidFill>
                <a:latin typeface="Times New Roman"/>
                <a:ea typeface="Times New Roman"/>
                <a:cs typeface="Times New Roman"/>
                <a:sym typeface="Times New Roman"/>
              </a:rPr>
              <a:t> Connects users with nearby helpers based on real-time location.</a:t>
            </a:r>
            <a:endParaRPr sz="2200">
              <a:solidFill>
                <a:schemeClr val="dk1"/>
              </a:solidFill>
              <a:latin typeface="Times New Roman"/>
              <a:ea typeface="Times New Roman"/>
              <a:cs typeface="Times New Roman"/>
              <a:sym typeface="Times New Roman"/>
            </a:endParaRPr>
          </a:p>
          <a:p>
            <a:pPr indent="-368300" lvl="0" marL="457200" rtl="0" algn="l">
              <a:lnSpc>
                <a:spcPct val="115000"/>
              </a:lnSpc>
              <a:spcBef>
                <a:spcPts val="0"/>
              </a:spcBef>
              <a:spcAft>
                <a:spcPts val="0"/>
              </a:spcAft>
              <a:buClr>
                <a:schemeClr val="dk1"/>
              </a:buClr>
              <a:buSzPts val="2200"/>
              <a:buFont typeface="Times New Roman"/>
              <a:buChar char="●"/>
            </a:pPr>
            <a:r>
              <a:rPr b="1" lang="en-US" sz="2200">
                <a:solidFill>
                  <a:schemeClr val="dk1"/>
                </a:solidFill>
                <a:latin typeface="Times New Roman"/>
                <a:ea typeface="Times New Roman"/>
                <a:cs typeface="Times New Roman"/>
                <a:sym typeface="Times New Roman"/>
              </a:rPr>
              <a:t>Real-time service tracking:</a:t>
            </a:r>
            <a:r>
              <a:rPr lang="en-US" sz="2200">
                <a:solidFill>
                  <a:schemeClr val="dk1"/>
                </a:solidFill>
                <a:latin typeface="Times New Roman"/>
                <a:ea typeface="Times New Roman"/>
                <a:cs typeface="Times New Roman"/>
                <a:sym typeface="Times New Roman"/>
              </a:rPr>
              <a:t> Allows users to monitor task progress and helper status live.</a:t>
            </a:r>
            <a:endParaRPr sz="2200">
              <a:solidFill>
                <a:schemeClr val="dk1"/>
              </a:solidFill>
              <a:latin typeface="Times New Roman"/>
              <a:ea typeface="Times New Roman"/>
              <a:cs typeface="Times New Roman"/>
              <a:sym typeface="Times New Roman"/>
            </a:endParaRPr>
          </a:p>
          <a:p>
            <a:pPr indent="-368300" lvl="0" marL="457200" rtl="0" algn="l">
              <a:lnSpc>
                <a:spcPct val="115000"/>
              </a:lnSpc>
              <a:spcBef>
                <a:spcPts val="0"/>
              </a:spcBef>
              <a:spcAft>
                <a:spcPts val="0"/>
              </a:spcAft>
              <a:buClr>
                <a:schemeClr val="dk1"/>
              </a:buClr>
              <a:buSzPts val="2200"/>
              <a:buFont typeface="Times New Roman"/>
              <a:buChar char="●"/>
            </a:pPr>
            <a:r>
              <a:rPr b="1" lang="en-US" sz="2200">
                <a:solidFill>
                  <a:schemeClr val="dk1"/>
                </a:solidFill>
                <a:latin typeface="Times New Roman"/>
                <a:ea typeface="Times New Roman"/>
                <a:cs typeface="Times New Roman"/>
                <a:sym typeface="Times New Roman"/>
              </a:rPr>
              <a:t>AI-based SOS emergency alerts:</a:t>
            </a:r>
            <a:r>
              <a:rPr lang="en-US" sz="2200">
                <a:solidFill>
                  <a:schemeClr val="dk1"/>
                </a:solidFill>
                <a:latin typeface="Times New Roman"/>
                <a:ea typeface="Times New Roman"/>
                <a:cs typeface="Times New Roman"/>
                <a:sym typeface="Times New Roman"/>
              </a:rPr>
              <a:t> Enables instant, hands-free emergency assistance using AI triggers.</a:t>
            </a:r>
            <a:endParaRPr sz="2200">
              <a:solidFill>
                <a:schemeClr val="dk1"/>
              </a:solidFill>
              <a:latin typeface="Times New Roman"/>
              <a:ea typeface="Times New Roman"/>
              <a:cs typeface="Times New Roman"/>
              <a:sym typeface="Times New Roman"/>
            </a:endParaRPr>
          </a:p>
          <a:p>
            <a:pPr indent="-368300" lvl="0" marL="457200" rtl="0" algn="l">
              <a:lnSpc>
                <a:spcPct val="115000"/>
              </a:lnSpc>
              <a:spcBef>
                <a:spcPts val="0"/>
              </a:spcBef>
              <a:spcAft>
                <a:spcPts val="0"/>
              </a:spcAft>
              <a:buClr>
                <a:schemeClr val="dk1"/>
              </a:buClr>
              <a:buSzPts val="2200"/>
              <a:buFont typeface="Times New Roman"/>
              <a:buChar char="●"/>
            </a:pPr>
            <a:r>
              <a:rPr b="1" lang="en-US" sz="2200">
                <a:solidFill>
                  <a:schemeClr val="dk1"/>
                </a:solidFill>
                <a:latin typeface="Times New Roman"/>
                <a:ea typeface="Times New Roman"/>
                <a:cs typeface="Times New Roman"/>
                <a:sym typeface="Times New Roman"/>
              </a:rPr>
              <a:t>Verified and trustworthy network:</a:t>
            </a:r>
            <a:r>
              <a:rPr lang="en-US" sz="2200">
                <a:solidFill>
                  <a:schemeClr val="dk1"/>
                </a:solidFill>
                <a:latin typeface="Times New Roman"/>
                <a:ea typeface="Times New Roman"/>
                <a:cs typeface="Times New Roman"/>
                <a:sym typeface="Times New Roman"/>
              </a:rPr>
              <a:t> Ensures safety through admin verification and user ratings.</a:t>
            </a:r>
            <a:endParaRPr sz="2200">
              <a:solidFill>
                <a:schemeClr val="dk1"/>
              </a:solidFill>
              <a:latin typeface="Times New Roman"/>
              <a:ea typeface="Times New Roman"/>
              <a:cs typeface="Times New Roman"/>
              <a:sym typeface="Times New Roman"/>
            </a:endParaRPr>
          </a:p>
          <a:p>
            <a:pPr indent="-368300" lvl="0" marL="457200" rtl="0" algn="l">
              <a:lnSpc>
                <a:spcPct val="115000"/>
              </a:lnSpc>
              <a:spcBef>
                <a:spcPts val="0"/>
              </a:spcBef>
              <a:spcAft>
                <a:spcPts val="0"/>
              </a:spcAft>
              <a:buClr>
                <a:schemeClr val="dk1"/>
              </a:buClr>
              <a:buSzPts val="2200"/>
              <a:buFont typeface="Times New Roman"/>
              <a:buChar char="●"/>
            </a:pPr>
            <a:r>
              <a:rPr b="1" lang="en-US" sz="2200">
                <a:solidFill>
                  <a:schemeClr val="dk1"/>
                </a:solidFill>
                <a:latin typeface="Times New Roman"/>
                <a:ea typeface="Times New Roman"/>
                <a:cs typeface="Times New Roman"/>
                <a:sym typeface="Times New Roman"/>
              </a:rPr>
              <a:t>Efficient resource sharing:</a:t>
            </a:r>
            <a:r>
              <a:rPr lang="en-US" sz="2200">
                <a:solidFill>
                  <a:schemeClr val="dk1"/>
                </a:solidFill>
                <a:latin typeface="Times New Roman"/>
                <a:ea typeface="Times New Roman"/>
                <a:cs typeface="Times New Roman"/>
                <a:sym typeface="Times New Roman"/>
              </a:rPr>
              <a:t> Optimizes use of local skills and services within the community.</a:t>
            </a:r>
            <a:endParaRPr sz="2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22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 name="Shape 90"/>
        <p:cNvGrpSpPr/>
        <p:nvPr/>
      </p:nvGrpSpPr>
      <p:grpSpPr>
        <a:xfrm>
          <a:off x="0" y="0"/>
          <a:ext cx="0" cy="0"/>
          <a:chOff x="0" y="0"/>
          <a:chExt cx="0" cy="0"/>
        </a:xfrm>
      </p:grpSpPr>
      <p:sp>
        <p:nvSpPr>
          <p:cNvPr id="91" name="Google Shape;91;p17"/>
          <p:cNvSpPr txBox="1"/>
          <p:nvPr/>
        </p:nvSpPr>
        <p:spPr>
          <a:xfrm>
            <a:off x="503237" y="301625"/>
            <a:ext cx="9070975" cy="1262062"/>
          </a:xfrm>
          <a:prstGeom prst="rect">
            <a:avLst/>
          </a:prstGeom>
          <a:noFill/>
          <a:ln>
            <a:noFill/>
          </a:ln>
        </p:spPr>
        <p:txBody>
          <a:bodyPr anchorCtr="0" anchor="ctr" bIns="0" lIns="0" spcFirstLastPara="1" rIns="0" wrap="square" tIns="31675">
            <a:noAutofit/>
          </a:bodyPr>
          <a:lstStyle/>
          <a:p>
            <a:pPr indent="0" lvl="0" marL="0" marR="0" rtl="0" algn="l">
              <a:lnSpc>
                <a:spcPct val="93000"/>
              </a:lnSpc>
              <a:spcBef>
                <a:spcPts val="0"/>
              </a:spcBef>
              <a:spcAft>
                <a:spcPts val="0"/>
              </a:spcAft>
              <a:buClr>
                <a:srgbClr val="000000"/>
              </a:buClr>
              <a:buSzPts val="3600"/>
              <a:buFont typeface="Times New Roman"/>
              <a:buNone/>
            </a:pPr>
            <a:r>
              <a:t/>
            </a:r>
            <a:endParaRPr/>
          </a:p>
        </p:txBody>
      </p:sp>
      <p:sp>
        <p:nvSpPr>
          <p:cNvPr id="92" name="Google Shape;92;p17"/>
          <p:cNvSpPr txBox="1"/>
          <p:nvPr/>
        </p:nvSpPr>
        <p:spPr>
          <a:xfrm>
            <a:off x="492600" y="1407675"/>
            <a:ext cx="8587800" cy="4989600"/>
          </a:xfrm>
          <a:prstGeom prst="rect">
            <a:avLst/>
          </a:prstGeom>
          <a:noFill/>
          <a:ln>
            <a:noFill/>
          </a:ln>
        </p:spPr>
        <p:txBody>
          <a:bodyPr anchorCtr="0" anchor="t" bIns="0" lIns="0" spcFirstLastPara="1" rIns="0" wrap="square" tIns="21225">
            <a:noAutofit/>
          </a:bodyPr>
          <a:lstStyle/>
          <a:p>
            <a:pPr indent="0" lvl="0" marL="0" rtl="0" algn="l">
              <a:lnSpc>
                <a:spcPct val="115000"/>
              </a:lnSpc>
              <a:spcBef>
                <a:spcPts val="1200"/>
              </a:spcBef>
              <a:spcAft>
                <a:spcPts val="0"/>
              </a:spcAft>
              <a:buClr>
                <a:schemeClr val="dk1"/>
              </a:buClr>
              <a:buSzPts val="1100"/>
              <a:buFont typeface="Arial"/>
              <a:buNone/>
            </a:pPr>
            <a:r>
              <a:rPr b="1" lang="en-US" sz="2200">
                <a:solidFill>
                  <a:srgbClr val="1F1F1F"/>
                </a:solidFill>
                <a:latin typeface="Google Sans Text"/>
                <a:ea typeface="Google Sans Text"/>
                <a:cs typeface="Google Sans Text"/>
                <a:sym typeface="Google Sans Text"/>
              </a:rPr>
              <a:t> </a:t>
            </a:r>
            <a:r>
              <a:rPr b="1" lang="en-US" sz="2400">
                <a:solidFill>
                  <a:srgbClr val="1F1F1F"/>
                </a:solidFill>
                <a:latin typeface="Google Sans Text"/>
                <a:ea typeface="Google Sans Text"/>
                <a:cs typeface="Google Sans Text"/>
                <a:sym typeface="Google Sans Text"/>
              </a:rPr>
              <a:t>Survey of Existing Solutions in India</a:t>
            </a:r>
            <a:endParaRPr b="1" sz="2400">
              <a:solidFill>
                <a:srgbClr val="1F1F1F"/>
              </a:solidFill>
              <a:latin typeface="Google Sans Text"/>
              <a:ea typeface="Google Sans Text"/>
              <a:cs typeface="Google Sans Text"/>
              <a:sym typeface="Google Sans Text"/>
            </a:endParaRPr>
          </a:p>
          <a:p>
            <a:pPr indent="-368300" lvl="0" marL="457200" rtl="0" algn="l">
              <a:lnSpc>
                <a:spcPct val="115000"/>
              </a:lnSpc>
              <a:spcBef>
                <a:spcPts val="1200"/>
              </a:spcBef>
              <a:spcAft>
                <a:spcPts val="0"/>
              </a:spcAft>
              <a:buClr>
                <a:schemeClr val="dk1"/>
              </a:buClr>
              <a:buSzPts val="2200"/>
              <a:buChar char="●"/>
            </a:pPr>
            <a:r>
              <a:rPr b="1" lang="en-US" sz="2200">
                <a:solidFill>
                  <a:schemeClr val="dk1"/>
                </a:solidFill>
                <a:latin typeface="Times New Roman"/>
                <a:ea typeface="Times New Roman"/>
                <a:cs typeface="Times New Roman"/>
                <a:sym typeface="Times New Roman"/>
              </a:rPr>
              <a:t>Urban Company – home services:</a:t>
            </a:r>
            <a:r>
              <a:rPr lang="en-US" sz="2200">
                <a:solidFill>
                  <a:schemeClr val="dk1"/>
                </a:solidFill>
                <a:latin typeface="Times New Roman"/>
                <a:ea typeface="Times New Roman"/>
                <a:cs typeface="Times New Roman"/>
                <a:sym typeface="Times New Roman"/>
              </a:rPr>
              <a:t> Provides on-demand professional services like repairs, beauty, and maintenance at home.</a:t>
            </a:r>
            <a:endParaRPr sz="2200">
              <a:solidFill>
                <a:schemeClr val="dk1"/>
              </a:solidFill>
              <a:latin typeface="Times New Roman"/>
              <a:ea typeface="Times New Roman"/>
              <a:cs typeface="Times New Roman"/>
              <a:sym typeface="Times New Roman"/>
            </a:endParaRPr>
          </a:p>
          <a:p>
            <a:pPr indent="-368300" lvl="0" marL="457200" rtl="0" algn="l">
              <a:lnSpc>
                <a:spcPct val="115000"/>
              </a:lnSpc>
              <a:spcBef>
                <a:spcPts val="0"/>
              </a:spcBef>
              <a:spcAft>
                <a:spcPts val="0"/>
              </a:spcAft>
              <a:buClr>
                <a:schemeClr val="dk1"/>
              </a:buClr>
              <a:buSzPts val="2200"/>
              <a:buChar char="●"/>
            </a:pPr>
            <a:r>
              <a:rPr b="1" lang="en-US" sz="2200">
                <a:solidFill>
                  <a:schemeClr val="dk1"/>
                </a:solidFill>
                <a:latin typeface="Times New Roman"/>
                <a:ea typeface="Times New Roman"/>
                <a:cs typeface="Times New Roman"/>
                <a:sym typeface="Times New Roman"/>
              </a:rPr>
              <a:t>Porter – hyperlocal delivery:</a:t>
            </a:r>
            <a:r>
              <a:rPr lang="en-US" sz="2200">
                <a:solidFill>
                  <a:schemeClr val="dk1"/>
                </a:solidFill>
                <a:latin typeface="Times New Roman"/>
                <a:ea typeface="Times New Roman"/>
                <a:cs typeface="Times New Roman"/>
                <a:sym typeface="Times New Roman"/>
              </a:rPr>
              <a:t> Enables quick transportation of goods and errands within the city.</a:t>
            </a:r>
            <a:endParaRPr sz="2200">
              <a:solidFill>
                <a:schemeClr val="dk1"/>
              </a:solidFill>
              <a:latin typeface="Times New Roman"/>
              <a:ea typeface="Times New Roman"/>
              <a:cs typeface="Times New Roman"/>
              <a:sym typeface="Times New Roman"/>
            </a:endParaRPr>
          </a:p>
          <a:p>
            <a:pPr indent="-368300" lvl="0" marL="457200" rtl="0" algn="l">
              <a:lnSpc>
                <a:spcPct val="115000"/>
              </a:lnSpc>
              <a:spcBef>
                <a:spcPts val="0"/>
              </a:spcBef>
              <a:spcAft>
                <a:spcPts val="0"/>
              </a:spcAft>
              <a:buClr>
                <a:schemeClr val="dk1"/>
              </a:buClr>
              <a:buSzPts val="2200"/>
              <a:buChar char="●"/>
            </a:pPr>
            <a:r>
              <a:rPr b="1" lang="en-US" sz="2200">
                <a:solidFill>
                  <a:schemeClr val="dk1"/>
                </a:solidFill>
                <a:latin typeface="Times New Roman"/>
                <a:ea typeface="Times New Roman"/>
                <a:cs typeface="Times New Roman"/>
                <a:sym typeface="Times New Roman"/>
              </a:rPr>
              <a:t>Snabbit – local services:</a:t>
            </a:r>
            <a:r>
              <a:rPr lang="en-US" sz="2200">
                <a:solidFill>
                  <a:schemeClr val="dk1"/>
                </a:solidFill>
                <a:latin typeface="Times New Roman"/>
                <a:ea typeface="Times New Roman"/>
                <a:cs typeface="Times New Roman"/>
                <a:sym typeface="Times New Roman"/>
              </a:rPr>
              <a:t> Offers convenient access to nearby service providers for daily needs.</a:t>
            </a:r>
            <a:endParaRPr sz="2200">
              <a:solidFill>
                <a:schemeClr val="dk1"/>
              </a:solidFill>
              <a:latin typeface="Times New Roman"/>
              <a:ea typeface="Times New Roman"/>
              <a:cs typeface="Times New Roman"/>
              <a:sym typeface="Times New Roman"/>
            </a:endParaRPr>
          </a:p>
          <a:p>
            <a:pPr indent="-368300" lvl="0" marL="457200" rtl="0" algn="l">
              <a:lnSpc>
                <a:spcPct val="115000"/>
              </a:lnSpc>
              <a:spcBef>
                <a:spcPts val="0"/>
              </a:spcBef>
              <a:spcAft>
                <a:spcPts val="0"/>
              </a:spcAft>
              <a:buClr>
                <a:schemeClr val="dk1"/>
              </a:buClr>
              <a:buSzPts val="2200"/>
              <a:buChar char="●"/>
            </a:pPr>
            <a:r>
              <a:rPr b="1" lang="en-US" sz="2200">
                <a:solidFill>
                  <a:schemeClr val="dk1"/>
                </a:solidFill>
                <a:latin typeface="Times New Roman"/>
                <a:ea typeface="Times New Roman"/>
                <a:cs typeface="Times New Roman"/>
                <a:sym typeface="Times New Roman"/>
              </a:rPr>
              <a:t>NoBrokerHood – community management:</a:t>
            </a:r>
            <a:r>
              <a:rPr lang="en-US" sz="2200">
                <a:solidFill>
                  <a:schemeClr val="dk1"/>
                </a:solidFill>
                <a:latin typeface="Times New Roman"/>
                <a:ea typeface="Times New Roman"/>
                <a:cs typeface="Times New Roman"/>
                <a:sym typeface="Times New Roman"/>
              </a:rPr>
              <a:t> Manages security, visitors, and communication within residential societies.</a:t>
            </a:r>
            <a:endParaRPr sz="2200">
              <a:solidFill>
                <a:schemeClr val="dk1"/>
              </a:solidFill>
              <a:latin typeface="Times New Roman"/>
              <a:ea typeface="Times New Roman"/>
              <a:cs typeface="Times New Roman"/>
              <a:sym typeface="Times New Roman"/>
            </a:endParaRPr>
          </a:p>
          <a:p>
            <a:pPr indent="-368300" lvl="0" marL="457200" rtl="0" algn="l">
              <a:lnSpc>
                <a:spcPct val="115000"/>
              </a:lnSpc>
              <a:spcBef>
                <a:spcPts val="0"/>
              </a:spcBef>
              <a:spcAft>
                <a:spcPts val="0"/>
              </a:spcAft>
              <a:buClr>
                <a:schemeClr val="dk1"/>
              </a:buClr>
              <a:buSzPts val="2200"/>
              <a:buChar char="●"/>
            </a:pPr>
            <a:r>
              <a:rPr b="1" lang="en-US" sz="2200">
                <a:solidFill>
                  <a:schemeClr val="dk1"/>
                </a:solidFill>
                <a:latin typeface="Times New Roman"/>
                <a:ea typeface="Times New Roman"/>
                <a:cs typeface="Times New Roman"/>
                <a:sym typeface="Times New Roman"/>
              </a:rPr>
              <a:t>Govt apps – Himmat, Nirbhaya (SOS):</a:t>
            </a:r>
            <a:r>
              <a:rPr lang="en-US" sz="2200">
                <a:solidFill>
                  <a:schemeClr val="dk1"/>
                </a:solidFill>
                <a:latin typeface="Times New Roman"/>
                <a:ea typeface="Times New Roman"/>
                <a:cs typeface="Times New Roman"/>
                <a:sym typeface="Times New Roman"/>
              </a:rPr>
              <a:t> Offer emergency alert systems to quickly contact police and ensure user safety.</a:t>
            </a:r>
            <a:endParaRPr sz="2200">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1200"/>
              </a:spcAft>
              <a:buNone/>
            </a:pPr>
            <a:r>
              <a:t/>
            </a: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 name="Shape 97"/>
        <p:cNvGrpSpPr/>
        <p:nvPr/>
      </p:nvGrpSpPr>
      <p:grpSpPr>
        <a:xfrm>
          <a:off x="0" y="0"/>
          <a:ext cx="0" cy="0"/>
          <a:chOff x="0" y="0"/>
          <a:chExt cx="0" cy="0"/>
        </a:xfrm>
      </p:grpSpPr>
      <p:sp>
        <p:nvSpPr>
          <p:cNvPr id="98" name="Google Shape;98;p18"/>
          <p:cNvSpPr txBox="1"/>
          <p:nvPr/>
        </p:nvSpPr>
        <p:spPr>
          <a:xfrm>
            <a:off x="503237" y="301625"/>
            <a:ext cx="9071100" cy="1262100"/>
          </a:xfrm>
          <a:prstGeom prst="rect">
            <a:avLst/>
          </a:prstGeom>
          <a:noFill/>
          <a:ln>
            <a:noFill/>
          </a:ln>
        </p:spPr>
        <p:txBody>
          <a:bodyPr anchorCtr="0" anchor="ctr" bIns="0" lIns="0" spcFirstLastPara="1" rIns="0" wrap="square" tIns="31675">
            <a:noAutofit/>
          </a:bodyPr>
          <a:lstStyle/>
          <a:p>
            <a:pPr indent="0" lvl="0" marL="0" marR="0" rtl="0" algn="l">
              <a:lnSpc>
                <a:spcPct val="93000"/>
              </a:lnSpc>
              <a:spcBef>
                <a:spcPts val="0"/>
              </a:spcBef>
              <a:spcAft>
                <a:spcPts val="0"/>
              </a:spcAft>
              <a:buClr>
                <a:srgbClr val="000000"/>
              </a:buClr>
              <a:buSzPts val="3600"/>
              <a:buFont typeface="Times New Roman"/>
              <a:buNone/>
            </a:pPr>
            <a:r>
              <a:t/>
            </a:r>
            <a:endParaRPr/>
          </a:p>
        </p:txBody>
      </p:sp>
      <p:sp>
        <p:nvSpPr>
          <p:cNvPr id="99" name="Google Shape;99;p18"/>
          <p:cNvSpPr txBox="1"/>
          <p:nvPr/>
        </p:nvSpPr>
        <p:spPr>
          <a:xfrm>
            <a:off x="492600" y="1407675"/>
            <a:ext cx="8419800" cy="4989600"/>
          </a:xfrm>
          <a:prstGeom prst="rect">
            <a:avLst/>
          </a:prstGeom>
          <a:noFill/>
          <a:ln>
            <a:noFill/>
          </a:ln>
        </p:spPr>
        <p:txBody>
          <a:bodyPr anchorCtr="0" anchor="t" bIns="0" lIns="0" spcFirstLastPara="1" rIns="0" wrap="square" tIns="21225">
            <a:noAutofit/>
          </a:bodyPr>
          <a:lstStyle/>
          <a:p>
            <a:pPr indent="0" lvl="0" marL="0" rtl="0" algn="l">
              <a:lnSpc>
                <a:spcPct val="115000"/>
              </a:lnSpc>
              <a:spcBef>
                <a:spcPts val="1200"/>
              </a:spcBef>
              <a:spcAft>
                <a:spcPts val="0"/>
              </a:spcAft>
              <a:buNone/>
            </a:pPr>
            <a:r>
              <a:rPr b="1" lang="en-US" sz="2200">
                <a:solidFill>
                  <a:srgbClr val="1F1F1F"/>
                </a:solidFill>
                <a:latin typeface="Google Sans Text"/>
                <a:ea typeface="Google Sans Text"/>
                <a:cs typeface="Google Sans Text"/>
                <a:sym typeface="Google Sans Text"/>
              </a:rPr>
              <a:t> </a:t>
            </a:r>
            <a:r>
              <a:rPr b="1" lang="en-US" sz="2400">
                <a:solidFill>
                  <a:srgbClr val="1F1F1F"/>
                </a:solidFill>
                <a:latin typeface="Google Sans Text"/>
                <a:ea typeface="Google Sans Text"/>
                <a:cs typeface="Google Sans Text"/>
                <a:sym typeface="Google Sans Text"/>
              </a:rPr>
              <a:t>Analysis of Weaknesses and Limitations</a:t>
            </a:r>
            <a:endParaRPr b="1" sz="2400">
              <a:solidFill>
                <a:schemeClr val="dk1"/>
              </a:solidFill>
            </a:endParaRPr>
          </a:p>
          <a:p>
            <a:pPr indent="0" lvl="0" marL="0" rtl="0" algn="l">
              <a:lnSpc>
                <a:spcPct val="115000"/>
              </a:lnSpc>
              <a:spcBef>
                <a:spcPts val="1200"/>
              </a:spcBef>
              <a:spcAft>
                <a:spcPts val="0"/>
              </a:spcAft>
              <a:buNone/>
            </a:pPr>
            <a:r>
              <a:rPr b="1" lang="en-US" sz="2200">
                <a:solidFill>
                  <a:schemeClr val="dk1"/>
                </a:solidFill>
                <a:latin typeface="Times New Roman"/>
                <a:ea typeface="Times New Roman"/>
                <a:cs typeface="Times New Roman"/>
                <a:sym typeface="Times New Roman"/>
              </a:rPr>
              <a:t>Service marketplaces:</a:t>
            </a:r>
            <a:r>
              <a:rPr lang="en-US" sz="2200">
                <a:solidFill>
                  <a:schemeClr val="dk1"/>
                </a:solidFill>
                <a:latin typeface="Times New Roman"/>
                <a:ea typeface="Times New Roman"/>
                <a:cs typeface="Times New Roman"/>
                <a:sym typeface="Times New Roman"/>
              </a:rPr>
              <a:t> Often face inconsistent quality and lack reliable real-time tracking for accountability.</a:t>
            </a:r>
            <a:endParaRPr sz="2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2200">
                <a:solidFill>
                  <a:schemeClr val="dk1"/>
                </a:solidFill>
                <a:latin typeface="Times New Roman"/>
                <a:ea typeface="Times New Roman"/>
                <a:cs typeface="Times New Roman"/>
                <a:sym typeface="Times New Roman"/>
              </a:rPr>
              <a:t>Hyperlocal platforms:</a:t>
            </a:r>
            <a:r>
              <a:rPr lang="en-US" sz="2200">
                <a:solidFill>
                  <a:schemeClr val="dk1"/>
                </a:solidFill>
                <a:latin typeface="Times New Roman"/>
                <a:ea typeface="Times New Roman"/>
                <a:cs typeface="Times New Roman"/>
                <a:sym typeface="Times New Roman"/>
              </a:rPr>
              <a:t> Depend heavily on gig workers, causing inefficiency and limited availability during peak times.</a:t>
            </a:r>
            <a:endParaRPr sz="2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2200">
                <a:solidFill>
                  <a:schemeClr val="dk1"/>
                </a:solidFill>
                <a:latin typeface="Times New Roman"/>
                <a:ea typeface="Times New Roman"/>
                <a:cs typeface="Times New Roman"/>
                <a:sym typeface="Times New Roman"/>
              </a:rPr>
              <a:t>Community management apps:</a:t>
            </a:r>
            <a:r>
              <a:rPr lang="en-US" sz="2200">
                <a:solidFill>
                  <a:schemeClr val="dk1"/>
                </a:solidFill>
                <a:latin typeface="Times New Roman"/>
                <a:ea typeface="Times New Roman"/>
                <a:cs typeface="Times New Roman"/>
                <a:sym typeface="Times New Roman"/>
              </a:rPr>
              <a:t> Compromise user data privacy while focusing on physical security.</a:t>
            </a:r>
            <a:endParaRPr sz="2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2200">
                <a:solidFill>
                  <a:schemeClr val="dk1"/>
                </a:solidFill>
                <a:latin typeface="Times New Roman"/>
                <a:ea typeface="Times New Roman"/>
                <a:cs typeface="Times New Roman"/>
                <a:sym typeface="Times New Roman"/>
              </a:rPr>
              <a:t>Personal safety apps:</a:t>
            </a:r>
            <a:r>
              <a:rPr lang="en-US" sz="2200">
                <a:solidFill>
                  <a:schemeClr val="dk1"/>
                </a:solidFill>
                <a:latin typeface="Times New Roman"/>
                <a:ea typeface="Times New Roman"/>
                <a:cs typeface="Times New Roman"/>
                <a:sym typeface="Times New Roman"/>
              </a:rPr>
              <a:t> Have high dropout rates due to battery drain and low user engagement.</a:t>
            </a:r>
            <a:endParaRPr sz="2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2200">
                <a:solidFill>
                  <a:schemeClr val="dk1"/>
                </a:solidFill>
                <a:latin typeface="Times New Roman"/>
                <a:ea typeface="Times New Roman"/>
                <a:cs typeface="Times New Roman"/>
                <a:sym typeface="Times New Roman"/>
              </a:rPr>
              <a:t>Current systems:</a:t>
            </a:r>
            <a:r>
              <a:rPr lang="en-US" sz="2200">
                <a:solidFill>
                  <a:schemeClr val="dk1"/>
                </a:solidFill>
                <a:latin typeface="Times New Roman"/>
                <a:ea typeface="Times New Roman"/>
                <a:cs typeface="Times New Roman"/>
                <a:sym typeface="Times New Roman"/>
              </a:rPr>
              <a:t> Rely only on alerts and fail to provide immediate real-world assistance.</a:t>
            </a:r>
            <a:endParaRPr sz="2200">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1200"/>
              </a:spcAft>
              <a:buNone/>
            </a:pPr>
            <a:r>
              <a:t/>
            </a:r>
            <a:endParaRPr sz="21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 name="Shape 104"/>
        <p:cNvGrpSpPr/>
        <p:nvPr/>
      </p:nvGrpSpPr>
      <p:grpSpPr>
        <a:xfrm>
          <a:off x="0" y="0"/>
          <a:ext cx="0" cy="0"/>
          <a:chOff x="0" y="0"/>
          <a:chExt cx="0" cy="0"/>
        </a:xfrm>
      </p:grpSpPr>
      <p:sp>
        <p:nvSpPr>
          <p:cNvPr id="105" name="Google Shape;105;p19"/>
          <p:cNvSpPr txBox="1"/>
          <p:nvPr/>
        </p:nvSpPr>
        <p:spPr>
          <a:xfrm>
            <a:off x="503237" y="301625"/>
            <a:ext cx="9071100" cy="1262100"/>
          </a:xfrm>
          <a:prstGeom prst="rect">
            <a:avLst/>
          </a:prstGeom>
          <a:noFill/>
          <a:ln>
            <a:noFill/>
          </a:ln>
        </p:spPr>
        <p:txBody>
          <a:bodyPr anchorCtr="0" anchor="ctr" bIns="0" lIns="0" spcFirstLastPara="1" rIns="0" wrap="square" tIns="31675">
            <a:noAutofit/>
          </a:bodyPr>
          <a:lstStyle/>
          <a:p>
            <a:pPr indent="0" lvl="0" marL="0" marR="0" rtl="0" algn="l">
              <a:lnSpc>
                <a:spcPct val="93000"/>
              </a:lnSpc>
              <a:spcBef>
                <a:spcPts val="0"/>
              </a:spcBef>
              <a:spcAft>
                <a:spcPts val="0"/>
              </a:spcAft>
              <a:buClr>
                <a:srgbClr val="000000"/>
              </a:buClr>
              <a:buSzPts val="3600"/>
              <a:buFont typeface="Times New Roman"/>
              <a:buNone/>
            </a:pPr>
            <a:r>
              <a:t/>
            </a:r>
            <a:endParaRPr/>
          </a:p>
        </p:txBody>
      </p:sp>
      <p:sp>
        <p:nvSpPr>
          <p:cNvPr id="106" name="Google Shape;106;p19"/>
          <p:cNvSpPr txBox="1"/>
          <p:nvPr/>
        </p:nvSpPr>
        <p:spPr>
          <a:xfrm>
            <a:off x="492600" y="1407675"/>
            <a:ext cx="8849400" cy="4989600"/>
          </a:xfrm>
          <a:prstGeom prst="rect">
            <a:avLst/>
          </a:prstGeom>
          <a:noFill/>
          <a:ln>
            <a:noFill/>
          </a:ln>
        </p:spPr>
        <p:txBody>
          <a:bodyPr anchorCtr="0" anchor="t" bIns="0" lIns="0" spcFirstLastPara="1" rIns="0" wrap="square" tIns="21225">
            <a:noAutofit/>
          </a:bodyPr>
          <a:lstStyle/>
          <a:p>
            <a:pPr indent="0" lvl="0" marL="0" rtl="0" algn="l">
              <a:lnSpc>
                <a:spcPct val="150000"/>
              </a:lnSpc>
              <a:spcBef>
                <a:spcPts val="0"/>
              </a:spcBef>
              <a:spcAft>
                <a:spcPts val="0"/>
              </a:spcAft>
              <a:buNone/>
            </a:pPr>
            <a:r>
              <a:rPr b="1" lang="en-US" sz="2400">
                <a:solidFill>
                  <a:srgbClr val="1F1F1F"/>
                </a:solidFill>
                <a:latin typeface="Google Sans Text"/>
                <a:ea typeface="Google Sans Text"/>
                <a:cs typeface="Google Sans Text"/>
                <a:sym typeface="Google Sans Text"/>
              </a:rPr>
              <a:t>Survey of Methodologies and Techniques</a:t>
            </a:r>
            <a:endParaRPr b="1" sz="2400">
              <a:solidFill>
                <a:schemeClr val="dk1"/>
              </a:solidFill>
              <a:latin typeface="Google Sans Text"/>
              <a:ea typeface="Google Sans Text"/>
              <a:cs typeface="Google Sans Text"/>
              <a:sym typeface="Google Sans Text"/>
            </a:endParaRPr>
          </a:p>
          <a:p>
            <a:pPr indent="-368300" lvl="0" marL="457200" rtl="0" algn="l">
              <a:lnSpc>
                <a:spcPct val="150000"/>
              </a:lnSpc>
              <a:spcBef>
                <a:spcPts val="1200"/>
              </a:spcBef>
              <a:spcAft>
                <a:spcPts val="0"/>
              </a:spcAft>
              <a:buClr>
                <a:schemeClr val="dk1"/>
              </a:buClr>
              <a:buSzPts val="2200"/>
              <a:buChar char="●"/>
            </a:pPr>
            <a:r>
              <a:rPr b="1" lang="en-US" sz="2200">
                <a:solidFill>
                  <a:schemeClr val="dk1"/>
                </a:solidFill>
                <a:latin typeface="Times New Roman"/>
                <a:ea typeface="Times New Roman"/>
                <a:cs typeface="Times New Roman"/>
                <a:sym typeface="Times New Roman"/>
              </a:rPr>
              <a:t>SERVQUAL model:</a:t>
            </a:r>
            <a:r>
              <a:rPr lang="en-US" sz="2200">
                <a:solidFill>
                  <a:schemeClr val="dk1"/>
                </a:solidFill>
                <a:latin typeface="Times New Roman"/>
                <a:ea typeface="Times New Roman"/>
                <a:cs typeface="Times New Roman"/>
                <a:sym typeface="Times New Roman"/>
              </a:rPr>
              <a:t> Evaluates service quality using reliability, responsiveness, assurance, tangibles, and empathy.</a:t>
            </a:r>
            <a:endParaRPr sz="2200">
              <a:solidFill>
                <a:schemeClr val="dk1"/>
              </a:solidFill>
              <a:latin typeface="Times New Roman"/>
              <a:ea typeface="Times New Roman"/>
              <a:cs typeface="Times New Roman"/>
              <a:sym typeface="Times New Roman"/>
            </a:endParaRPr>
          </a:p>
          <a:p>
            <a:pPr indent="-368300" lvl="0" marL="457200" rtl="0" algn="l">
              <a:lnSpc>
                <a:spcPct val="150000"/>
              </a:lnSpc>
              <a:spcBef>
                <a:spcPts val="0"/>
              </a:spcBef>
              <a:spcAft>
                <a:spcPts val="0"/>
              </a:spcAft>
              <a:buClr>
                <a:schemeClr val="dk1"/>
              </a:buClr>
              <a:buSzPts val="2200"/>
              <a:buChar char="●"/>
            </a:pPr>
            <a:r>
              <a:rPr b="1" lang="en-US" sz="2200">
                <a:solidFill>
                  <a:schemeClr val="dk1"/>
                </a:solidFill>
                <a:latin typeface="Times New Roman"/>
                <a:ea typeface="Times New Roman"/>
                <a:cs typeface="Times New Roman"/>
                <a:sym typeface="Times New Roman"/>
              </a:rPr>
              <a:t>Algorithmic management:</a:t>
            </a:r>
            <a:r>
              <a:rPr lang="en-US" sz="2200">
                <a:solidFill>
                  <a:schemeClr val="dk1"/>
                </a:solidFill>
                <a:latin typeface="Times New Roman"/>
                <a:ea typeface="Times New Roman"/>
                <a:cs typeface="Times New Roman"/>
                <a:sym typeface="Times New Roman"/>
              </a:rPr>
              <a:t> Automates task allocation and monitors worker performance using real-time data.</a:t>
            </a:r>
            <a:endParaRPr sz="2200">
              <a:solidFill>
                <a:schemeClr val="dk1"/>
              </a:solidFill>
              <a:latin typeface="Times New Roman"/>
              <a:ea typeface="Times New Roman"/>
              <a:cs typeface="Times New Roman"/>
              <a:sym typeface="Times New Roman"/>
            </a:endParaRPr>
          </a:p>
          <a:p>
            <a:pPr indent="-368300" lvl="0" marL="457200" rtl="0" algn="l">
              <a:lnSpc>
                <a:spcPct val="150000"/>
              </a:lnSpc>
              <a:spcBef>
                <a:spcPts val="0"/>
              </a:spcBef>
              <a:spcAft>
                <a:spcPts val="0"/>
              </a:spcAft>
              <a:buClr>
                <a:schemeClr val="dk1"/>
              </a:buClr>
              <a:buSzPts val="2200"/>
              <a:buChar char="●"/>
            </a:pPr>
            <a:r>
              <a:rPr b="1" lang="en-US" sz="2200">
                <a:solidFill>
                  <a:schemeClr val="dk1"/>
                </a:solidFill>
                <a:latin typeface="Times New Roman"/>
                <a:ea typeface="Times New Roman"/>
                <a:cs typeface="Times New Roman"/>
                <a:sym typeface="Times New Roman"/>
              </a:rPr>
              <a:t>Task automation:</a:t>
            </a:r>
            <a:r>
              <a:rPr lang="en-US" sz="2200">
                <a:solidFill>
                  <a:schemeClr val="dk1"/>
                </a:solidFill>
                <a:latin typeface="Times New Roman"/>
                <a:ea typeface="Times New Roman"/>
                <a:cs typeface="Times New Roman"/>
                <a:sym typeface="Times New Roman"/>
              </a:rPr>
              <a:t> Uses OTP-based start/end codes to manage tasks efficiently without manual intervention.</a:t>
            </a:r>
            <a:endParaRPr sz="2200">
              <a:solidFill>
                <a:schemeClr val="dk1"/>
              </a:solidFill>
              <a:latin typeface="Times New Roman"/>
              <a:ea typeface="Times New Roman"/>
              <a:cs typeface="Times New Roman"/>
              <a:sym typeface="Times New Roman"/>
            </a:endParaRPr>
          </a:p>
          <a:p>
            <a:pPr indent="-368300" lvl="0" marL="457200" rtl="0" algn="l">
              <a:lnSpc>
                <a:spcPct val="150000"/>
              </a:lnSpc>
              <a:spcBef>
                <a:spcPts val="0"/>
              </a:spcBef>
              <a:spcAft>
                <a:spcPts val="0"/>
              </a:spcAft>
              <a:buClr>
                <a:schemeClr val="dk1"/>
              </a:buClr>
              <a:buSzPts val="2200"/>
              <a:buChar char="●"/>
            </a:pPr>
            <a:r>
              <a:rPr b="1" lang="en-US" sz="2200">
                <a:solidFill>
                  <a:schemeClr val="dk1"/>
                </a:solidFill>
                <a:latin typeface="Times New Roman"/>
                <a:ea typeface="Times New Roman"/>
                <a:cs typeface="Times New Roman"/>
                <a:sym typeface="Times New Roman"/>
              </a:rPr>
              <a:t>Mobile frameworks:</a:t>
            </a:r>
            <a:r>
              <a:rPr lang="en-US" sz="2200">
                <a:solidFill>
                  <a:schemeClr val="dk1"/>
                </a:solidFill>
                <a:latin typeface="Times New Roman"/>
                <a:ea typeface="Times New Roman"/>
                <a:cs typeface="Times New Roman"/>
                <a:sym typeface="Times New Roman"/>
              </a:rPr>
              <a:t> Flutter and React Native enable high-performance, cross-platform apps with GPS integration.</a:t>
            </a:r>
            <a:br>
              <a:rPr lang="en-US" sz="2200">
                <a:solidFill>
                  <a:schemeClr val="dk1"/>
                </a:solidFill>
                <a:latin typeface="Times New Roman"/>
                <a:ea typeface="Times New Roman"/>
                <a:cs typeface="Times New Roman"/>
                <a:sym typeface="Times New Roman"/>
              </a:rPr>
            </a:br>
            <a:endParaRPr sz="2200">
              <a:solidFill>
                <a:schemeClr val="dk1"/>
              </a:solidFill>
              <a:latin typeface="Times New Roman"/>
              <a:ea typeface="Times New Roman"/>
              <a:cs typeface="Times New Roman"/>
              <a:sym typeface="Times New Roman"/>
            </a:endParaRPr>
          </a:p>
          <a:p>
            <a:pPr indent="0" lvl="0" marL="457200" marR="0" rtl="0" algn="l">
              <a:lnSpc>
                <a:spcPct val="115000"/>
              </a:lnSpc>
              <a:spcBef>
                <a:spcPts val="1200"/>
              </a:spcBef>
              <a:spcAft>
                <a:spcPts val="1200"/>
              </a:spcAft>
              <a:buNone/>
            </a:pPr>
            <a:r>
              <a:t/>
            </a:r>
            <a:endParaRPr sz="21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 name="Shape 111"/>
        <p:cNvGrpSpPr/>
        <p:nvPr/>
      </p:nvGrpSpPr>
      <p:grpSpPr>
        <a:xfrm>
          <a:off x="0" y="0"/>
          <a:ext cx="0" cy="0"/>
          <a:chOff x="0" y="0"/>
          <a:chExt cx="0" cy="0"/>
        </a:xfrm>
      </p:grpSpPr>
      <p:sp>
        <p:nvSpPr>
          <p:cNvPr id="112" name="Google Shape;112;p20"/>
          <p:cNvSpPr txBox="1"/>
          <p:nvPr/>
        </p:nvSpPr>
        <p:spPr>
          <a:xfrm>
            <a:off x="431825" y="112350"/>
            <a:ext cx="9071100" cy="1262100"/>
          </a:xfrm>
          <a:prstGeom prst="rect">
            <a:avLst/>
          </a:prstGeom>
          <a:noFill/>
          <a:ln>
            <a:noFill/>
          </a:ln>
        </p:spPr>
        <p:txBody>
          <a:bodyPr anchorCtr="0" anchor="ctr" bIns="0" lIns="0" spcFirstLastPara="1" rIns="0" wrap="square" tIns="31675">
            <a:noAutofit/>
          </a:bodyPr>
          <a:lstStyle/>
          <a:p>
            <a:pPr indent="0" lvl="0" marL="0" marR="0" rtl="0" algn="l">
              <a:lnSpc>
                <a:spcPct val="93000"/>
              </a:lnSpc>
              <a:spcBef>
                <a:spcPts val="0"/>
              </a:spcBef>
              <a:spcAft>
                <a:spcPts val="0"/>
              </a:spcAft>
              <a:buClr>
                <a:srgbClr val="000000"/>
              </a:buClr>
              <a:buSzPts val="3600"/>
              <a:buFont typeface="Times New Roman"/>
              <a:buNone/>
            </a:pPr>
            <a:r>
              <a:rPr b="1" i="0" lang="en-US" sz="3600" u="none">
                <a:solidFill>
                  <a:srgbClr val="000000"/>
                </a:solidFill>
                <a:latin typeface="Times New Roman"/>
                <a:ea typeface="Times New Roman"/>
                <a:cs typeface="Times New Roman"/>
                <a:sym typeface="Times New Roman"/>
              </a:rPr>
              <a:t> Limitations of existing Systems </a:t>
            </a:r>
            <a:endParaRPr/>
          </a:p>
        </p:txBody>
      </p:sp>
      <p:sp>
        <p:nvSpPr>
          <p:cNvPr id="113" name="Google Shape;113;p20"/>
          <p:cNvSpPr txBox="1"/>
          <p:nvPr/>
        </p:nvSpPr>
        <p:spPr>
          <a:xfrm>
            <a:off x="503237" y="1768475"/>
            <a:ext cx="9070975" cy="4989512"/>
          </a:xfrm>
          <a:prstGeom prst="rect">
            <a:avLst/>
          </a:prstGeom>
          <a:noFill/>
          <a:ln>
            <a:noFill/>
          </a:ln>
        </p:spPr>
        <p:txBody>
          <a:bodyPr anchorCtr="0" anchor="t" bIns="0" lIns="0" spcFirstLastPara="1" rIns="0" wrap="square" tIns="21225">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14" name="Google Shape;114;p20"/>
          <p:cNvSpPr txBox="1"/>
          <p:nvPr/>
        </p:nvSpPr>
        <p:spPr>
          <a:xfrm>
            <a:off x="289025" y="1183900"/>
            <a:ext cx="9213900" cy="4633200"/>
          </a:xfrm>
          <a:prstGeom prst="rect">
            <a:avLst/>
          </a:prstGeom>
          <a:noFill/>
          <a:ln>
            <a:noFill/>
          </a:ln>
        </p:spPr>
        <p:txBody>
          <a:bodyPr anchorCtr="0" anchor="t" bIns="45700" lIns="91425" spcFirstLastPara="1" rIns="91425" wrap="square" tIns="45700">
            <a:spAutoFit/>
          </a:bodyPr>
          <a:lstStyle/>
          <a:p>
            <a:pPr indent="-368300" lvl="0" marL="457200" rtl="0" algn="l">
              <a:lnSpc>
                <a:spcPct val="150000"/>
              </a:lnSpc>
              <a:spcBef>
                <a:spcPts val="1200"/>
              </a:spcBef>
              <a:spcAft>
                <a:spcPts val="0"/>
              </a:spcAft>
              <a:buClr>
                <a:schemeClr val="dk1"/>
              </a:buClr>
              <a:buSzPts val="2200"/>
              <a:buChar char="●"/>
            </a:pPr>
            <a:r>
              <a:rPr b="1" lang="en-US" sz="2200">
                <a:solidFill>
                  <a:schemeClr val="dk1"/>
                </a:solidFill>
                <a:latin typeface="Times New Roman"/>
                <a:ea typeface="Times New Roman"/>
                <a:cs typeface="Times New Roman"/>
                <a:sym typeface="Times New Roman"/>
              </a:rPr>
              <a:t>Static crisis response:</a:t>
            </a:r>
            <a:r>
              <a:rPr lang="en-US" sz="2200">
                <a:solidFill>
                  <a:schemeClr val="dk1"/>
                </a:solidFill>
                <a:latin typeface="Times New Roman"/>
                <a:ea typeface="Times New Roman"/>
                <a:cs typeface="Times New Roman"/>
                <a:sym typeface="Times New Roman"/>
              </a:rPr>
              <a:t> Safety apps rely on passive alerts and fail to provide immediate real-world assistance.</a:t>
            </a:r>
            <a:endParaRPr sz="2200">
              <a:solidFill>
                <a:schemeClr val="dk1"/>
              </a:solidFill>
              <a:latin typeface="Times New Roman"/>
              <a:ea typeface="Times New Roman"/>
              <a:cs typeface="Times New Roman"/>
              <a:sym typeface="Times New Roman"/>
            </a:endParaRPr>
          </a:p>
          <a:p>
            <a:pPr indent="-368300" lvl="0" marL="457200" rtl="0" algn="l">
              <a:lnSpc>
                <a:spcPct val="150000"/>
              </a:lnSpc>
              <a:spcBef>
                <a:spcPts val="0"/>
              </a:spcBef>
              <a:spcAft>
                <a:spcPts val="0"/>
              </a:spcAft>
              <a:buClr>
                <a:schemeClr val="dk1"/>
              </a:buClr>
              <a:buSzPts val="2200"/>
              <a:buChar char="●"/>
            </a:pPr>
            <a:r>
              <a:rPr b="1" lang="en-US" sz="2200">
                <a:solidFill>
                  <a:schemeClr val="dk1"/>
                </a:solidFill>
                <a:latin typeface="Times New Roman"/>
                <a:ea typeface="Times New Roman"/>
                <a:cs typeface="Times New Roman"/>
                <a:sym typeface="Times New Roman"/>
              </a:rPr>
              <a:t>Security &amp; trust issues:</a:t>
            </a:r>
            <a:r>
              <a:rPr lang="en-US" sz="2200">
                <a:solidFill>
                  <a:schemeClr val="dk1"/>
                </a:solidFill>
                <a:latin typeface="Times New Roman"/>
                <a:ea typeface="Times New Roman"/>
                <a:cs typeface="Times New Roman"/>
                <a:sym typeface="Times New Roman"/>
              </a:rPr>
              <a:t> Centralized systems risk data breaches and create a lack of trust due to poor</a:t>
            </a:r>
            <a:r>
              <a:rPr lang="en-US" sz="2200">
                <a:solidFill>
                  <a:schemeClr val="dk1"/>
                </a:solidFill>
                <a:latin typeface="Times New Roman"/>
                <a:ea typeface="Times New Roman"/>
                <a:cs typeface="Times New Roman"/>
                <a:sym typeface="Times New Roman"/>
              </a:rPr>
              <a:t> </a:t>
            </a:r>
            <a:r>
              <a:rPr lang="en-US" sz="2200">
                <a:solidFill>
                  <a:schemeClr val="dk1"/>
                </a:solidFill>
                <a:latin typeface="Times New Roman"/>
                <a:ea typeface="Times New Roman"/>
                <a:cs typeface="Times New Roman"/>
                <a:sym typeface="Times New Roman"/>
              </a:rPr>
              <a:t>verification.</a:t>
            </a:r>
            <a:endParaRPr sz="2200">
              <a:solidFill>
                <a:schemeClr val="dk1"/>
              </a:solidFill>
              <a:latin typeface="Times New Roman"/>
              <a:ea typeface="Times New Roman"/>
              <a:cs typeface="Times New Roman"/>
              <a:sym typeface="Times New Roman"/>
            </a:endParaRPr>
          </a:p>
          <a:p>
            <a:pPr indent="-368300" lvl="0" marL="457200" rtl="0" algn="l">
              <a:lnSpc>
                <a:spcPct val="150000"/>
              </a:lnSpc>
              <a:spcBef>
                <a:spcPts val="0"/>
              </a:spcBef>
              <a:spcAft>
                <a:spcPts val="0"/>
              </a:spcAft>
              <a:buClr>
                <a:schemeClr val="dk1"/>
              </a:buClr>
              <a:buSzPts val="2200"/>
              <a:buChar char="●"/>
            </a:pPr>
            <a:r>
              <a:rPr b="1" lang="en-US" sz="2200">
                <a:solidFill>
                  <a:schemeClr val="dk1"/>
                </a:solidFill>
                <a:latin typeface="Times New Roman"/>
                <a:ea typeface="Times New Roman"/>
                <a:cs typeface="Times New Roman"/>
                <a:sym typeface="Times New Roman"/>
              </a:rPr>
              <a:t>Technical inefficiency:</a:t>
            </a:r>
            <a:r>
              <a:rPr lang="en-US" sz="2200">
                <a:solidFill>
                  <a:schemeClr val="dk1"/>
                </a:solidFill>
                <a:latin typeface="Times New Roman"/>
                <a:ea typeface="Times New Roman"/>
                <a:cs typeface="Times New Roman"/>
                <a:sym typeface="Times New Roman"/>
              </a:rPr>
              <a:t> Outdated algorithms cause high latency, battery drain, and unreliable performance.</a:t>
            </a:r>
            <a:endParaRPr sz="2200">
              <a:solidFill>
                <a:schemeClr val="dk1"/>
              </a:solidFill>
              <a:latin typeface="Times New Roman"/>
              <a:ea typeface="Times New Roman"/>
              <a:cs typeface="Times New Roman"/>
              <a:sym typeface="Times New Roman"/>
            </a:endParaRPr>
          </a:p>
          <a:p>
            <a:pPr indent="-368300" lvl="0" marL="457200" rtl="0" algn="l">
              <a:lnSpc>
                <a:spcPct val="150000"/>
              </a:lnSpc>
              <a:spcBef>
                <a:spcPts val="0"/>
              </a:spcBef>
              <a:spcAft>
                <a:spcPts val="0"/>
              </a:spcAft>
              <a:buClr>
                <a:schemeClr val="dk1"/>
              </a:buClr>
              <a:buSzPts val="2200"/>
              <a:buChar char="●"/>
            </a:pPr>
            <a:r>
              <a:rPr b="1" lang="en-US" sz="2200">
                <a:solidFill>
                  <a:schemeClr val="dk1"/>
                </a:solidFill>
                <a:latin typeface="Times New Roman"/>
                <a:ea typeface="Times New Roman"/>
                <a:cs typeface="Times New Roman"/>
                <a:sym typeface="Times New Roman"/>
              </a:rPr>
              <a:t>Operational instability:</a:t>
            </a:r>
            <a:r>
              <a:rPr lang="en-US" sz="2200">
                <a:solidFill>
                  <a:schemeClr val="dk1"/>
                </a:solidFill>
                <a:latin typeface="Times New Roman"/>
                <a:ea typeface="Times New Roman"/>
                <a:cs typeface="Times New Roman"/>
                <a:sym typeface="Times New Roman"/>
              </a:rPr>
              <a:t> Poor matching systems ignore helper fatigue, leading to high turnover and instability.</a:t>
            </a:r>
            <a:endParaRPr sz="2200">
              <a:solidFill>
                <a:schemeClr val="dk1"/>
              </a:solidFill>
              <a:latin typeface="Times New Roman"/>
              <a:ea typeface="Times New Roman"/>
              <a:cs typeface="Times New Roman"/>
              <a:sym typeface="Times New Roman"/>
            </a:endParaRPr>
          </a:p>
          <a:p>
            <a:pPr indent="0" lvl="0" marL="0" marR="0" rtl="0" algn="l">
              <a:lnSpc>
                <a:spcPct val="150000"/>
              </a:lnSpc>
              <a:spcBef>
                <a:spcPts val="1200"/>
              </a:spcBef>
              <a:spcAft>
                <a:spcPts val="1200"/>
              </a:spcAft>
              <a:buNone/>
            </a:pPr>
            <a:r>
              <a:t/>
            </a:r>
            <a:endParaRPr sz="21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1"/>
          <p:cNvSpPr txBox="1"/>
          <p:nvPr>
            <p:ph type="title"/>
          </p:nvPr>
        </p:nvSpPr>
        <p:spPr>
          <a:xfrm>
            <a:off x="335687" y="246612"/>
            <a:ext cx="7969200" cy="804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3600"/>
              <a:buFont typeface="Times New Roman"/>
              <a:buNone/>
            </a:pPr>
            <a:r>
              <a:rPr b="1" i="0" lang="en-US" sz="3600" u="none">
                <a:solidFill>
                  <a:srgbClr val="000000"/>
                </a:solidFill>
                <a:latin typeface="Times New Roman"/>
                <a:ea typeface="Times New Roman"/>
                <a:cs typeface="Times New Roman"/>
                <a:sym typeface="Times New Roman"/>
              </a:rPr>
              <a:t> Problem statement </a:t>
            </a:r>
            <a:endParaRPr/>
          </a:p>
        </p:txBody>
      </p:sp>
      <p:sp>
        <p:nvSpPr>
          <p:cNvPr id="120" name="Google Shape;120;p21"/>
          <p:cNvSpPr txBox="1"/>
          <p:nvPr>
            <p:ph idx="1" type="body"/>
          </p:nvPr>
        </p:nvSpPr>
        <p:spPr>
          <a:xfrm>
            <a:off x="177025" y="971538"/>
            <a:ext cx="4854600" cy="5616600"/>
          </a:xfrm>
          <a:prstGeom prst="rect">
            <a:avLst/>
          </a:prstGeom>
          <a:noFill/>
          <a:ln>
            <a:noFill/>
          </a:ln>
        </p:spPr>
        <p:txBody>
          <a:bodyPr anchorCtr="0" anchor="t" bIns="45700" lIns="91425" spcFirstLastPara="1" rIns="91425" wrap="square" tIns="45700">
            <a:noAutofit/>
          </a:bodyPr>
          <a:lstStyle/>
          <a:p>
            <a:pPr indent="-368300" lvl="0" marL="457200" rtl="0" algn="l">
              <a:spcBef>
                <a:spcPts val="1200"/>
              </a:spcBef>
              <a:spcAft>
                <a:spcPts val="0"/>
              </a:spcAft>
              <a:buClr>
                <a:schemeClr val="dk1"/>
              </a:buClr>
              <a:buSzPts val="2200"/>
              <a:buChar char="●"/>
            </a:pPr>
            <a:r>
              <a:rPr lang="en-US">
                <a:solidFill>
                  <a:srgbClr val="000000"/>
                </a:solidFill>
                <a:latin typeface="Times New Roman"/>
                <a:ea typeface="Times New Roman"/>
                <a:cs typeface="Times New Roman"/>
                <a:sym typeface="Times New Roman"/>
              </a:rPr>
              <a:t>Difficulty in finding reliable and verified nearby help</a:t>
            </a:r>
            <a:endParaRPr>
              <a:solidFill>
                <a:srgbClr val="000000"/>
              </a:solidFill>
              <a:latin typeface="Times New Roman"/>
              <a:ea typeface="Times New Roman"/>
              <a:cs typeface="Times New Roman"/>
              <a:sym typeface="Times New Roman"/>
            </a:endParaRPr>
          </a:p>
          <a:p>
            <a:pPr indent="-368300" lvl="0" marL="457200" rtl="0" algn="l">
              <a:spcBef>
                <a:spcPts val="0"/>
              </a:spcBef>
              <a:spcAft>
                <a:spcPts val="0"/>
              </a:spcAft>
              <a:buClr>
                <a:schemeClr val="dk1"/>
              </a:buClr>
              <a:buSzPts val="2200"/>
              <a:buChar char="●"/>
            </a:pPr>
            <a:r>
              <a:rPr lang="en-US">
                <a:solidFill>
                  <a:srgbClr val="000000"/>
                </a:solidFill>
                <a:latin typeface="Times New Roman"/>
                <a:ea typeface="Times New Roman"/>
                <a:cs typeface="Times New Roman"/>
                <a:sym typeface="Times New Roman"/>
              </a:rPr>
              <a:t>Affects students, newcomers, and urban residents</a:t>
            </a:r>
            <a:endParaRPr>
              <a:solidFill>
                <a:srgbClr val="000000"/>
              </a:solidFill>
              <a:latin typeface="Times New Roman"/>
              <a:ea typeface="Times New Roman"/>
              <a:cs typeface="Times New Roman"/>
              <a:sym typeface="Times New Roman"/>
            </a:endParaRPr>
          </a:p>
          <a:p>
            <a:pPr indent="-368300" lvl="0" marL="457200" rtl="0" algn="l">
              <a:spcBef>
                <a:spcPts val="0"/>
              </a:spcBef>
              <a:spcAft>
                <a:spcPts val="0"/>
              </a:spcAft>
              <a:buClr>
                <a:schemeClr val="dk1"/>
              </a:buClr>
              <a:buSzPts val="2200"/>
              <a:buChar char="●"/>
            </a:pPr>
            <a:r>
              <a:rPr lang="en-US">
                <a:solidFill>
                  <a:srgbClr val="000000"/>
                </a:solidFill>
                <a:latin typeface="Times New Roman"/>
                <a:ea typeface="Times New Roman"/>
                <a:cs typeface="Times New Roman"/>
                <a:sym typeface="Times New Roman"/>
              </a:rPr>
              <a:t>Creates delays in daily tasks and emergency response</a:t>
            </a:r>
            <a:endParaRPr>
              <a:solidFill>
                <a:srgbClr val="000000"/>
              </a:solidFill>
              <a:latin typeface="Times New Roman"/>
              <a:ea typeface="Times New Roman"/>
              <a:cs typeface="Times New Roman"/>
              <a:sym typeface="Times New Roman"/>
            </a:endParaRPr>
          </a:p>
          <a:p>
            <a:pPr indent="-368300" lvl="0" marL="457200" rtl="0" algn="l">
              <a:spcBef>
                <a:spcPts val="0"/>
              </a:spcBef>
              <a:spcAft>
                <a:spcPts val="0"/>
              </a:spcAft>
              <a:buClr>
                <a:schemeClr val="dk1"/>
              </a:buClr>
              <a:buSzPts val="2200"/>
              <a:buChar char="●"/>
            </a:pPr>
            <a:r>
              <a:rPr lang="en-US">
                <a:solidFill>
                  <a:srgbClr val="000000"/>
                </a:solidFill>
                <a:latin typeface="Times New Roman"/>
                <a:ea typeface="Times New Roman"/>
                <a:cs typeface="Times New Roman"/>
                <a:sym typeface="Times New Roman"/>
              </a:rPr>
              <a:t>Leads to lack of trust in service providers</a:t>
            </a:r>
            <a:endParaRPr>
              <a:solidFill>
                <a:srgbClr val="000000"/>
              </a:solidFill>
              <a:latin typeface="Times New Roman"/>
              <a:ea typeface="Times New Roman"/>
              <a:cs typeface="Times New Roman"/>
              <a:sym typeface="Times New Roman"/>
            </a:endParaRPr>
          </a:p>
          <a:p>
            <a:pPr indent="-368300" lvl="0" marL="457200" rtl="0" algn="l">
              <a:spcBef>
                <a:spcPts val="0"/>
              </a:spcBef>
              <a:spcAft>
                <a:spcPts val="0"/>
              </a:spcAft>
              <a:buClr>
                <a:schemeClr val="dk1"/>
              </a:buClr>
              <a:buSzPts val="2200"/>
              <a:buChar char="●"/>
            </a:pPr>
            <a:r>
              <a:rPr lang="en-US">
                <a:solidFill>
                  <a:srgbClr val="000000"/>
                </a:solidFill>
                <a:latin typeface="Times New Roman"/>
                <a:ea typeface="Times New Roman"/>
                <a:cs typeface="Times New Roman"/>
                <a:sym typeface="Times New Roman"/>
              </a:rPr>
              <a:t>Causes inefficient use of local community resources</a:t>
            </a:r>
            <a:endParaRPr>
              <a:solidFill>
                <a:srgbClr val="000000"/>
              </a:solidFill>
              <a:latin typeface="Times New Roman"/>
              <a:ea typeface="Times New Roman"/>
              <a:cs typeface="Times New Roman"/>
              <a:sym typeface="Times New Roman"/>
            </a:endParaRPr>
          </a:p>
          <a:p>
            <a:pPr indent="-368300" lvl="0" marL="457200" rtl="0" algn="l">
              <a:spcBef>
                <a:spcPts val="0"/>
              </a:spcBef>
              <a:spcAft>
                <a:spcPts val="0"/>
              </a:spcAft>
              <a:buClr>
                <a:schemeClr val="dk1"/>
              </a:buClr>
              <a:buSzPts val="2200"/>
              <a:buChar char="●"/>
            </a:pPr>
            <a:r>
              <a:rPr lang="en-US">
                <a:solidFill>
                  <a:srgbClr val="000000"/>
                </a:solidFill>
                <a:latin typeface="Times New Roman"/>
                <a:ea typeface="Times New Roman"/>
                <a:cs typeface="Times New Roman"/>
                <a:sym typeface="Times New Roman"/>
              </a:rPr>
              <a:t>Gap between physical proximity and social accessibility</a:t>
            </a:r>
            <a:endParaRPr>
              <a:solidFill>
                <a:srgbClr val="000000"/>
              </a:solidFill>
              <a:latin typeface="Times New Roman"/>
              <a:ea typeface="Times New Roman"/>
              <a:cs typeface="Times New Roman"/>
              <a:sym typeface="Times New Roman"/>
            </a:endParaRPr>
          </a:p>
          <a:p>
            <a:pPr indent="-368300" lvl="0" marL="457200" rtl="0" algn="l">
              <a:spcBef>
                <a:spcPts val="0"/>
              </a:spcBef>
              <a:spcAft>
                <a:spcPts val="0"/>
              </a:spcAft>
              <a:buClr>
                <a:schemeClr val="dk1"/>
              </a:buClr>
              <a:buSzPts val="2200"/>
              <a:buChar char="●"/>
            </a:pPr>
            <a:r>
              <a:rPr lang="en-US">
                <a:solidFill>
                  <a:srgbClr val="000000"/>
                </a:solidFill>
                <a:latin typeface="Times New Roman"/>
                <a:ea typeface="Times New Roman"/>
                <a:cs typeface="Times New Roman"/>
                <a:sym typeface="Times New Roman"/>
              </a:rPr>
              <a:t>Limited connectivity within local communities</a:t>
            </a:r>
            <a:endParaRPr>
              <a:solidFill>
                <a:srgbClr val="000000"/>
              </a:solidFill>
              <a:latin typeface="Times New Roman"/>
              <a:ea typeface="Times New Roman"/>
              <a:cs typeface="Times New Roman"/>
              <a:sym typeface="Times New Roman"/>
            </a:endParaRPr>
          </a:p>
          <a:p>
            <a:pPr indent="-368300" lvl="0" marL="457200" rtl="0" algn="l">
              <a:spcBef>
                <a:spcPts val="0"/>
              </a:spcBef>
              <a:spcAft>
                <a:spcPts val="0"/>
              </a:spcAft>
              <a:buClr>
                <a:schemeClr val="dk1"/>
              </a:buClr>
              <a:buSzPts val="2200"/>
              <a:buChar char="●"/>
            </a:pPr>
            <a:r>
              <a:rPr lang="en-US">
                <a:solidFill>
                  <a:srgbClr val="000000"/>
                </a:solidFill>
                <a:latin typeface="Times New Roman"/>
                <a:ea typeface="Times New Roman"/>
                <a:cs typeface="Times New Roman"/>
                <a:sym typeface="Times New Roman"/>
              </a:rPr>
              <a:t>Increases risk during emergency situations</a:t>
            </a:r>
            <a:endParaRPr>
              <a:solidFill>
                <a:srgbClr val="000000"/>
              </a:solidFill>
              <a:latin typeface="Times New Roman"/>
              <a:ea typeface="Times New Roman"/>
              <a:cs typeface="Times New Roman"/>
              <a:sym typeface="Times New Roman"/>
            </a:endParaRPr>
          </a:p>
          <a:p>
            <a:pPr indent="0" lvl="0" marL="377825" marR="0" rtl="0" algn="just">
              <a:lnSpc>
                <a:spcPct val="100000"/>
              </a:lnSpc>
              <a:spcBef>
                <a:spcPts val="1200"/>
              </a:spcBef>
              <a:spcAft>
                <a:spcPts val="0"/>
              </a:spcAft>
              <a:buNone/>
            </a:pPr>
            <a:r>
              <a:t/>
            </a:r>
            <a:endParaRPr>
              <a:solidFill>
                <a:srgbClr val="000000"/>
              </a:solidFill>
              <a:latin typeface="Times New Roman"/>
              <a:ea typeface="Times New Roman"/>
              <a:cs typeface="Times New Roman"/>
              <a:sym typeface="Times New Roman"/>
            </a:endParaRPr>
          </a:p>
          <a:p>
            <a:pPr indent="0" lvl="0" marL="377825" marR="0" rtl="0" algn="just">
              <a:lnSpc>
                <a:spcPct val="100000"/>
              </a:lnSpc>
              <a:spcBef>
                <a:spcPts val="480"/>
              </a:spcBef>
              <a:spcAft>
                <a:spcPts val="0"/>
              </a:spcAft>
              <a:buNone/>
            </a:pPr>
            <a:r>
              <a:t/>
            </a:r>
            <a:endParaRPr>
              <a:solidFill>
                <a:srgbClr val="000000"/>
              </a:solidFill>
              <a:latin typeface="Times New Roman"/>
              <a:ea typeface="Times New Roman"/>
              <a:cs typeface="Times New Roman"/>
              <a:sym typeface="Times New Roman"/>
            </a:endParaRPr>
          </a:p>
          <a:p>
            <a:pPr indent="0" lvl="0" marL="377825" marR="0" rtl="0" algn="just">
              <a:lnSpc>
                <a:spcPct val="100000"/>
              </a:lnSpc>
              <a:spcBef>
                <a:spcPts val="480"/>
              </a:spcBef>
              <a:spcAft>
                <a:spcPts val="0"/>
              </a:spcAft>
              <a:buNone/>
            </a:pPr>
            <a:r>
              <a:t/>
            </a:r>
            <a:endParaRPr>
              <a:solidFill>
                <a:srgbClr val="000000"/>
              </a:solidFill>
              <a:latin typeface="Times New Roman"/>
              <a:ea typeface="Times New Roman"/>
              <a:cs typeface="Times New Roman"/>
              <a:sym typeface="Times New Roman"/>
            </a:endParaRPr>
          </a:p>
        </p:txBody>
      </p:sp>
      <p:sp>
        <p:nvSpPr>
          <p:cNvPr id="121" name="Google Shape;121;p21"/>
          <p:cNvSpPr txBox="1"/>
          <p:nvPr/>
        </p:nvSpPr>
        <p:spPr>
          <a:xfrm>
            <a:off x="5421100" y="131000"/>
            <a:ext cx="9071100" cy="902400"/>
          </a:xfrm>
          <a:prstGeom prst="rect">
            <a:avLst/>
          </a:prstGeom>
          <a:noFill/>
          <a:ln>
            <a:noFill/>
          </a:ln>
        </p:spPr>
        <p:txBody>
          <a:bodyPr anchorCtr="0" anchor="ctr" bIns="0" lIns="0" spcFirstLastPara="1" rIns="0" wrap="square" tIns="31675">
            <a:noAutofit/>
          </a:bodyPr>
          <a:lstStyle/>
          <a:p>
            <a:pPr indent="0" lvl="0" marL="0" marR="0" rtl="0" algn="l">
              <a:lnSpc>
                <a:spcPct val="93000"/>
              </a:lnSpc>
              <a:spcBef>
                <a:spcPts val="0"/>
              </a:spcBef>
              <a:spcAft>
                <a:spcPts val="0"/>
              </a:spcAft>
              <a:buClr>
                <a:srgbClr val="000000"/>
              </a:buClr>
              <a:buSzPts val="3600"/>
              <a:buFont typeface="Times New Roman"/>
              <a:buNone/>
            </a:pPr>
            <a:r>
              <a:rPr b="1" i="0" lang="en-US" sz="3600" u="none">
                <a:solidFill>
                  <a:srgbClr val="000000"/>
                </a:solidFill>
                <a:latin typeface="Times New Roman"/>
                <a:ea typeface="Times New Roman"/>
                <a:cs typeface="Times New Roman"/>
                <a:sym typeface="Times New Roman"/>
              </a:rPr>
              <a:t>Proposed Methodology</a:t>
            </a:r>
            <a:endParaRPr/>
          </a:p>
        </p:txBody>
      </p:sp>
      <p:sp>
        <p:nvSpPr>
          <p:cNvPr id="122" name="Google Shape;122;p21"/>
          <p:cNvSpPr txBox="1"/>
          <p:nvPr/>
        </p:nvSpPr>
        <p:spPr>
          <a:xfrm>
            <a:off x="5031625" y="874600"/>
            <a:ext cx="4603200" cy="6161100"/>
          </a:xfrm>
          <a:prstGeom prst="rect">
            <a:avLst/>
          </a:prstGeom>
          <a:noFill/>
          <a:ln>
            <a:noFill/>
          </a:ln>
        </p:spPr>
        <p:txBody>
          <a:bodyPr anchorCtr="0" anchor="t" bIns="91425" lIns="91425" spcFirstLastPara="1" rIns="91425" wrap="square" tIns="91425">
            <a:noAutofit/>
          </a:bodyPr>
          <a:lstStyle/>
          <a:p>
            <a:pPr indent="-361950" lvl="0" marL="457200" rtl="0" algn="l">
              <a:lnSpc>
                <a:spcPct val="115000"/>
              </a:lnSpc>
              <a:spcBef>
                <a:spcPts val="1200"/>
              </a:spcBef>
              <a:spcAft>
                <a:spcPts val="0"/>
              </a:spcAft>
              <a:buClr>
                <a:schemeClr val="dk1"/>
              </a:buClr>
              <a:buSzPts val="2100"/>
              <a:buChar char="●"/>
            </a:pPr>
            <a:r>
              <a:rPr b="1" lang="en-US" sz="2100">
                <a:solidFill>
                  <a:schemeClr val="dk1"/>
                </a:solidFill>
                <a:latin typeface="Times New Roman"/>
                <a:ea typeface="Times New Roman"/>
                <a:cs typeface="Times New Roman"/>
                <a:sym typeface="Times New Roman"/>
              </a:rPr>
              <a:t>Backend:</a:t>
            </a:r>
            <a:r>
              <a:rPr lang="en-US" sz="2100">
                <a:solidFill>
                  <a:schemeClr val="dk1"/>
                </a:solidFill>
                <a:latin typeface="Times New Roman"/>
                <a:ea typeface="Times New Roman"/>
                <a:cs typeface="Times New Roman"/>
                <a:sym typeface="Times New Roman"/>
              </a:rPr>
              <a:t> Built using Python with Flask for routing and server-side logic</a:t>
            </a:r>
            <a:endParaRPr sz="2100">
              <a:solidFill>
                <a:schemeClr val="dk1"/>
              </a:solidFill>
              <a:latin typeface="Times New Roman"/>
              <a:ea typeface="Times New Roman"/>
              <a:cs typeface="Times New Roman"/>
              <a:sym typeface="Times New Roman"/>
            </a:endParaRPr>
          </a:p>
          <a:p>
            <a:pPr indent="-361950" lvl="0" marL="457200" rtl="0" algn="l">
              <a:lnSpc>
                <a:spcPct val="115000"/>
              </a:lnSpc>
              <a:spcBef>
                <a:spcPts val="0"/>
              </a:spcBef>
              <a:spcAft>
                <a:spcPts val="0"/>
              </a:spcAft>
              <a:buClr>
                <a:schemeClr val="dk1"/>
              </a:buClr>
              <a:buSzPts val="2100"/>
              <a:buChar char="●"/>
            </a:pPr>
            <a:r>
              <a:rPr b="1" lang="en-US" sz="2100">
                <a:solidFill>
                  <a:schemeClr val="dk1"/>
                </a:solidFill>
                <a:latin typeface="Times New Roman"/>
                <a:ea typeface="Times New Roman"/>
                <a:cs typeface="Times New Roman"/>
                <a:sym typeface="Times New Roman"/>
              </a:rPr>
              <a:t>Frontend:</a:t>
            </a:r>
            <a:r>
              <a:rPr lang="en-US" sz="2100">
                <a:solidFill>
                  <a:schemeClr val="dk1"/>
                </a:solidFill>
                <a:latin typeface="Times New Roman"/>
                <a:ea typeface="Times New Roman"/>
                <a:cs typeface="Times New Roman"/>
                <a:sym typeface="Times New Roman"/>
              </a:rPr>
              <a:t> Developed using HTML, CSS, and JavaScript for user interface</a:t>
            </a:r>
            <a:endParaRPr sz="2100">
              <a:solidFill>
                <a:schemeClr val="dk1"/>
              </a:solidFill>
              <a:latin typeface="Times New Roman"/>
              <a:ea typeface="Times New Roman"/>
              <a:cs typeface="Times New Roman"/>
              <a:sym typeface="Times New Roman"/>
            </a:endParaRPr>
          </a:p>
          <a:p>
            <a:pPr indent="-361950" lvl="0" marL="457200" rtl="0" algn="l">
              <a:lnSpc>
                <a:spcPct val="115000"/>
              </a:lnSpc>
              <a:spcBef>
                <a:spcPts val="0"/>
              </a:spcBef>
              <a:spcAft>
                <a:spcPts val="0"/>
              </a:spcAft>
              <a:buClr>
                <a:schemeClr val="dk1"/>
              </a:buClr>
              <a:buSzPts val="2100"/>
              <a:buChar char="●"/>
            </a:pPr>
            <a:r>
              <a:rPr b="1" lang="en-US" sz="2100">
                <a:solidFill>
                  <a:schemeClr val="dk1"/>
                </a:solidFill>
                <a:latin typeface="Times New Roman"/>
                <a:ea typeface="Times New Roman"/>
                <a:cs typeface="Times New Roman"/>
                <a:sym typeface="Times New Roman"/>
              </a:rPr>
              <a:t>Database:</a:t>
            </a:r>
            <a:r>
              <a:rPr lang="en-US" sz="2100">
                <a:solidFill>
                  <a:schemeClr val="dk1"/>
                </a:solidFill>
                <a:latin typeface="Times New Roman"/>
                <a:ea typeface="Times New Roman"/>
                <a:cs typeface="Times New Roman"/>
                <a:sym typeface="Times New Roman"/>
              </a:rPr>
              <a:t> Uses SQL Workbench for data storage and management</a:t>
            </a:r>
            <a:endParaRPr sz="2100">
              <a:solidFill>
                <a:schemeClr val="dk1"/>
              </a:solidFill>
              <a:latin typeface="Times New Roman"/>
              <a:ea typeface="Times New Roman"/>
              <a:cs typeface="Times New Roman"/>
              <a:sym typeface="Times New Roman"/>
            </a:endParaRPr>
          </a:p>
          <a:p>
            <a:pPr indent="-361950" lvl="0" marL="457200" rtl="0" algn="l">
              <a:lnSpc>
                <a:spcPct val="115000"/>
              </a:lnSpc>
              <a:spcBef>
                <a:spcPts val="0"/>
              </a:spcBef>
              <a:spcAft>
                <a:spcPts val="0"/>
              </a:spcAft>
              <a:buClr>
                <a:schemeClr val="dk1"/>
              </a:buClr>
              <a:buSzPts val="2100"/>
              <a:buChar char="●"/>
            </a:pPr>
            <a:r>
              <a:rPr b="1" lang="en-US" sz="2100">
                <a:solidFill>
                  <a:schemeClr val="dk1"/>
                </a:solidFill>
                <a:latin typeface="Times New Roman"/>
                <a:ea typeface="Times New Roman"/>
                <a:cs typeface="Times New Roman"/>
                <a:sym typeface="Times New Roman"/>
              </a:rPr>
              <a:t>Active local mobilization:</a:t>
            </a:r>
            <a:r>
              <a:rPr lang="en-US" sz="2100">
                <a:solidFill>
                  <a:schemeClr val="dk1"/>
                </a:solidFill>
                <a:latin typeface="Times New Roman"/>
                <a:ea typeface="Times New Roman"/>
                <a:cs typeface="Times New Roman"/>
                <a:sym typeface="Times New Roman"/>
              </a:rPr>
              <a:t> Creates a 500m helper network for instant SOS response</a:t>
            </a:r>
            <a:endParaRPr sz="2100">
              <a:solidFill>
                <a:schemeClr val="dk1"/>
              </a:solidFill>
              <a:latin typeface="Times New Roman"/>
              <a:ea typeface="Times New Roman"/>
              <a:cs typeface="Times New Roman"/>
              <a:sym typeface="Times New Roman"/>
            </a:endParaRPr>
          </a:p>
          <a:p>
            <a:pPr indent="-361950" lvl="0" marL="457200" rtl="0" algn="l">
              <a:lnSpc>
                <a:spcPct val="115000"/>
              </a:lnSpc>
              <a:spcBef>
                <a:spcPts val="0"/>
              </a:spcBef>
              <a:spcAft>
                <a:spcPts val="0"/>
              </a:spcAft>
              <a:buClr>
                <a:schemeClr val="dk1"/>
              </a:buClr>
              <a:buSzPts val="2100"/>
              <a:buChar char="●"/>
            </a:pPr>
            <a:r>
              <a:rPr b="1" lang="en-US" sz="2100">
                <a:solidFill>
                  <a:schemeClr val="dk1"/>
                </a:solidFill>
                <a:latin typeface="Times New Roman"/>
                <a:ea typeface="Times New Roman"/>
                <a:cs typeface="Times New Roman"/>
                <a:sym typeface="Times New Roman"/>
              </a:rPr>
              <a:t>Privacy-first verification:</a:t>
            </a:r>
            <a:r>
              <a:rPr lang="en-US" sz="2100">
                <a:solidFill>
                  <a:schemeClr val="dk1"/>
                </a:solidFill>
                <a:latin typeface="Times New Roman"/>
                <a:ea typeface="Times New Roman"/>
                <a:cs typeface="Times New Roman"/>
                <a:sym typeface="Times New Roman"/>
              </a:rPr>
              <a:t> Ensures safety through admin-based user verification</a:t>
            </a:r>
            <a:endParaRPr sz="2100">
              <a:solidFill>
                <a:schemeClr val="dk1"/>
              </a:solidFill>
              <a:latin typeface="Times New Roman"/>
              <a:ea typeface="Times New Roman"/>
              <a:cs typeface="Times New Roman"/>
              <a:sym typeface="Times New Roman"/>
            </a:endParaRPr>
          </a:p>
          <a:p>
            <a:pPr indent="-361950" lvl="0" marL="457200" rtl="0" algn="l">
              <a:lnSpc>
                <a:spcPct val="115000"/>
              </a:lnSpc>
              <a:spcBef>
                <a:spcPts val="0"/>
              </a:spcBef>
              <a:spcAft>
                <a:spcPts val="0"/>
              </a:spcAft>
              <a:buClr>
                <a:schemeClr val="dk1"/>
              </a:buClr>
              <a:buSzPts val="2100"/>
              <a:buChar char="●"/>
            </a:pPr>
            <a:r>
              <a:rPr b="1" lang="en-US" sz="2100">
                <a:solidFill>
                  <a:schemeClr val="dk1"/>
                </a:solidFill>
                <a:latin typeface="Times New Roman"/>
                <a:ea typeface="Times New Roman"/>
                <a:cs typeface="Times New Roman"/>
                <a:sym typeface="Times New Roman"/>
              </a:rPr>
              <a:t>Stability-focused matching:</a:t>
            </a:r>
            <a:r>
              <a:rPr lang="en-US" sz="2100">
                <a:solidFill>
                  <a:schemeClr val="dk1"/>
                </a:solidFill>
                <a:latin typeface="Times New Roman"/>
                <a:ea typeface="Times New Roman"/>
                <a:cs typeface="Times New Roman"/>
                <a:sym typeface="Times New Roman"/>
              </a:rPr>
              <a:t> Balances workload to prevent helper burnout and ensure system stability</a:t>
            </a:r>
            <a:endParaRPr sz="2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2100">
              <a:solidFill>
                <a:schemeClr val="dk2"/>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 name="Shape 127"/>
        <p:cNvGrpSpPr/>
        <p:nvPr/>
      </p:nvGrpSpPr>
      <p:grpSpPr>
        <a:xfrm>
          <a:off x="0" y="0"/>
          <a:ext cx="0" cy="0"/>
          <a:chOff x="0" y="0"/>
          <a:chExt cx="0" cy="0"/>
        </a:xfrm>
      </p:grpSpPr>
      <p:sp>
        <p:nvSpPr>
          <p:cNvPr id="128" name="Google Shape;128;p22"/>
          <p:cNvSpPr txBox="1"/>
          <p:nvPr/>
        </p:nvSpPr>
        <p:spPr>
          <a:xfrm>
            <a:off x="382125" y="0"/>
            <a:ext cx="9071100" cy="1262100"/>
          </a:xfrm>
          <a:prstGeom prst="rect">
            <a:avLst/>
          </a:prstGeom>
          <a:noFill/>
          <a:ln>
            <a:noFill/>
          </a:ln>
        </p:spPr>
        <p:txBody>
          <a:bodyPr anchorCtr="0" anchor="ctr" bIns="0" lIns="0" spcFirstLastPara="1" rIns="0" wrap="square" tIns="31675">
            <a:noAutofit/>
          </a:bodyPr>
          <a:lstStyle/>
          <a:p>
            <a:pPr indent="0" lvl="0" marL="0" marR="0" rtl="0" algn="l">
              <a:lnSpc>
                <a:spcPct val="93000"/>
              </a:lnSpc>
              <a:spcBef>
                <a:spcPts val="0"/>
              </a:spcBef>
              <a:spcAft>
                <a:spcPts val="0"/>
              </a:spcAft>
              <a:buClr>
                <a:srgbClr val="000000"/>
              </a:buClr>
              <a:buSzPts val="3600"/>
              <a:buFont typeface="Times New Roman"/>
              <a:buNone/>
            </a:pPr>
            <a:r>
              <a:t/>
            </a:r>
            <a:endParaRPr/>
          </a:p>
        </p:txBody>
      </p:sp>
      <p:sp>
        <p:nvSpPr>
          <p:cNvPr id="129" name="Google Shape;129;p22"/>
          <p:cNvSpPr txBox="1"/>
          <p:nvPr/>
        </p:nvSpPr>
        <p:spPr>
          <a:xfrm>
            <a:off x="740550" y="-608950"/>
            <a:ext cx="9071100" cy="4989600"/>
          </a:xfrm>
          <a:prstGeom prst="rect">
            <a:avLst/>
          </a:prstGeom>
          <a:noFill/>
          <a:ln>
            <a:noFill/>
          </a:ln>
        </p:spPr>
        <p:txBody>
          <a:bodyPr anchorCtr="0" anchor="t" bIns="0" lIns="0" spcFirstLastPara="1" rIns="0" wrap="square" tIns="21225">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30" name="Google Shape;130;p22"/>
          <p:cNvSpPr txBox="1"/>
          <p:nvPr/>
        </p:nvSpPr>
        <p:spPr>
          <a:xfrm>
            <a:off x="287337" y="1731962"/>
            <a:ext cx="8929800" cy="307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480"/>
              </a:spcBef>
              <a:spcAft>
                <a:spcPts val="0"/>
              </a:spcAft>
              <a:buNone/>
            </a:pPr>
            <a:r>
              <a:t/>
            </a:r>
            <a:endParaRPr/>
          </a:p>
        </p:txBody>
      </p:sp>
      <p:pic>
        <p:nvPicPr>
          <p:cNvPr id="131" name="Google Shape;131;p22"/>
          <p:cNvPicPr preferRelativeResize="0"/>
          <p:nvPr/>
        </p:nvPicPr>
        <p:blipFill rotWithShape="1">
          <a:blip r:embed="rId3">
            <a:alphaModFix/>
          </a:blip>
          <a:srcRect b="2880" l="6699" r="5957" t="3311"/>
          <a:stretch/>
        </p:blipFill>
        <p:spPr>
          <a:xfrm>
            <a:off x="1337687" y="134563"/>
            <a:ext cx="7876826" cy="72905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6" name="Shape 136"/>
        <p:cNvGrpSpPr/>
        <p:nvPr/>
      </p:nvGrpSpPr>
      <p:grpSpPr>
        <a:xfrm>
          <a:off x="0" y="0"/>
          <a:ext cx="0" cy="0"/>
          <a:chOff x="0" y="0"/>
          <a:chExt cx="0" cy="0"/>
        </a:xfrm>
      </p:grpSpPr>
      <p:sp>
        <p:nvSpPr>
          <p:cNvPr id="137" name="Google Shape;137;p23"/>
          <p:cNvSpPr txBox="1"/>
          <p:nvPr/>
        </p:nvSpPr>
        <p:spPr>
          <a:xfrm>
            <a:off x="382125" y="0"/>
            <a:ext cx="9071100" cy="1262100"/>
          </a:xfrm>
          <a:prstGeom prst="rect">
            <a:avLst/>
          </a:prstGeom>
          <a:noFill/>
          <a:ln>
            <a:noFill/>
          </a:ln>
        </p:spPr>
        <p:txBody>
          <a:bodyPr anchorCtr="0" anchor="ctr" bIns="0" lIns="0" spcFirstLastPara="1" rIns="0" wrap="square" tIns="31675">
            <a:noAutofit/>
          </a:bodyPr>
          <a:lstStyle/>
          <a:p>
            <a:pPr indent="0" lvl="0" marL="0" marR="0" rtl="0" algn="l">
              <a:lnSpc>
                <a:spcPct val="93000"/>
              </a:lnSpc>
              <a:spcBef>
                <a:spcPts val="0"/>
              </a:spcBef>
              <a:spcAft>
                <a:spcPts val="0"/>
              </a:spcAft>
              <a:buClr>
                <a:srgbClr val="000000"/>
              </a:buClr>
              <a:buSzPts val="3600"/>
              <a:buFont typeface="Times New Roman"/>
              <a:buNone/>
            </a:pPr>
            <a:r>
              <a:t/>
            </a:r>
            <a:endParaRPr/>
          </a:p>
        </p:txBody>
      </p:sp>
      <p:sp>
        <p:nvSpPr>
          <p:cNvPr id="138" name="Google Shape;138;p23"/>
          <p:cNvSpPr txBox="1"/>
          <p:nvPr/>
        </p:nvSpPr>
        <p:spPr>
          <a:xfrm>
            <a:off x="740550" y="-608950"/>
            <a:ext cx="9071100" cy="4989600"/>
          </a:xfrm>
          <a:prstGeom prst="rect">
            <a:avLst/>
          </a:prstGeom>
          <a:noFill/>
          <a:ln>
            <a:noFill/>
          </a:ln>
        </p:spPr>
        <p:txBody>
          <a:bodyPr anchorCtr="0" anchor="t" bIns="0" lIns="0" spcFirstLastPara="1" rIns="0" wrap="square" tIns="21225">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39" name="Google Shape;139;p23"/>
          <p:cNvSpPr txBox="1"/>
          <p:nvPr/>
        </p:nvSpPr>
        <p:spPr>
          <a:xfrm>
            <a:off x="287337" y="1731962"/>
            <a:ext cx="8929800" cy="307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480"/>
              </a:spcBef>
              <a:spcAft>
                <a:spcPts val="0"/>
              </a:spcAft>
              <a:buNone/>
            </a:pPr>
            <a:r>
              <a:t/>
            </a:r>
            <a:endParaRPr/>
          </a:p>
        </p:txBody>
      </p:sp>
      <p:pic>
        <p:nvPicPr>
          <p:cNvPr id="140" name="Google Shape;140;p23"/>
          <p:cNvPicPr preferRelativeResize="0"/>
          <p:nvPr/>
        </p:nvPicPr>
        <p:blipFill>
          <a:blip r:embed="rId3">
            <a:alphaModFix/>
          </a:blip>
          <a:stretch>
            <a:fillRect/>
          </a:stretch>
        </p:blipFill>
        <p:spPr>
          <a:xfrm>
            <a:off x="714400" y="122275"/>
            <a:ext cx="8651820" cy="73151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 name="Shape 145"/>
        <p:cNvGrpSpPr/>
        <p:nvPr/>
      </p:nvGrpSpPr>
      <p:grpSpPr>
        <a:xfrm>
          <a:off x="0" y="0"/>
          <a:ext cx="0" cy="0"/>
          <a:chOff x="0" y="0"/>
          <a:chExt cx="0" cy="0"/>
        </a:xfrm>
      </p:grpSpPr>
      <p:sp>
        <p:nvSpPr>
          <p:cNvPr id="146" name="Google Shape;146;p24"/>
          <p:cNvSpPr txBox="1"/>
          <p:nvPr/>
        </p:nvSpPr>
        <p:spPr>
          <a:xfrm>
            <a:off x="382125" y="0"/>
            <a:ext cx="9071100" cy="1262100"/>
          </a:xfrm>
          <a:prstGeom prst="rect">
            <a:avLst/>
          </a:prstGeom>
          <a:noFill/>
          <a:ln>
            <a:noFill/>
          </a:ln>
        </p:spPr>
        <p:txBody>
          <a:bodyPr anchorCtr="0" anchor="ctr" bIns="0" lIns="0" spcFirstLastPara="1" rIns="0" wrap="square" tIns="31675">
            <a:noAutofit/>
          </a:bodyPr>
          <a:lstStyle/>
          <a:p>
            <a:pPr indent="0" lvl="0" marL="0" marR="0" rtl="0" algn="l">
              <a:lnSpc>
                <a:spcPct val="93000"/>
              </a:lnSpc>
              <a:spcBef>
                <a:spcPts val="0"/>
              </a:spcBef>
              <a:spcAft>
                <a:spcPts val="0"/>
              </a:spcAft>
              <a:buClr>
                <a:srgbClr val="000000"/>
              </a:buClr>
              <a:buSzPts val="3600"/>
              <a:buFont typeface="Times New Roman"/>
              <a:buNone/>
            </a:pPr>
            <a:r>
              <a:t/>
            </a:r>
            <a:endParaRPr/>
          </a:p>
        </p:txBody>
      </p:sp>
      <p:sp>
        <p:nvSpPr>
          <p:cNvPr id="147" name="Google Shape;147;p24"/>
          <p:cNvSpPr txBox="1"/>
          <p:nvPr/>
        </p:nvSpPr>
        <p:spPr>
          <a:xfrm>
            <a:off x="740550" y="-608950"/>
            <a:ext cx="9071100" cy="4989600"/>
          </a:xfrm>
          <a:prstGeom prst="rect">
            <a:avLst/>
          </a:prstGeom>
          <a:noFill/>
          <a:ln>
            <a:noFill/>
          </a:ln>
        </p:spPr>
        <p:txBody>
          <a:bodyPr anchorCtr="0" anchor="t" bIns="0" lIns="0" spcFirstLastPara="1" rIns="0" wrap="square" tIns="21225">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48" name="Google Shape;148;p24"/>
          <p:cNvSpPr txBox="1"/>
          <p:nvPr/>
        </p:nvSpPr>
        <p:spPr>
          <a:xfrm>
            <a:off x="287337" y="1731962"/>
            <a:ext cx="8929800" cy="307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480"/>
              </a:spcBef>
              <a:spcAft>
                <a:spcPts val="0"/>
              </a:spcAft>
              <a:buNone/>
            </a:pPr>
            <a:r>
              <a:t/>
            </a:r>
            <a:endParaRPr/>
          </a:p>
        </p:txBody>
      </p:sp>
      <p:pic>
        <p:nvPicPr>
          <p:cNvPr id="149" name="Google Shape;149;p24"/>
          <p:cNvPicPr preferRelativeResize="0"/>
          <p:nvPr/>
        </p:nvPicPr>
        <p:blipFill rotWithShape="1">
          <a:blip r:embed="rId3">
            <a:alphaModFix/>
          </a:blip>
          <a:srcRect b="5392" l="5212" r="4151" t="5774"/>
          <a:stretch/>
        </p:blipFill>
        <p:spPr>
          <a:xfrm>
            <a:off x="709888" y="124225"/>
            <a:ext cx="7724225" cy="73112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5"/>
          <p:cNvSpPr txBox="1"/>
          <p:nvPr>
            <p:ph type="title"/>
          </p:nvPr>
        </p:nvSpPr>
        <p:spPr>
          <a:xfrm>
            <a:off x="565687" y="165862"/>
            <a:ext cx="6997800" cy="1455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a:latin typeface="Times New Roman"/>
                <a:ea typeface="Times New Roman"/>
                <a:cs typeface="Times New Roman"/>
                <a:sym typeface="Times New Roman"/>
              </a:rPr>
              <a:t>Implementation</a:t>
            </a:r>
            <a:endParaRPr b="1">
              <a:latin typeface="Times New Roman"/>
              <a:ea typeface="Times New Roman"/>
              <a:cs typeface="Times New Roman"/>
              <a:sym typeface="Times New Roman"/>
            </a:endParaRPr>
          </a:p>
        </p:txBody>
      </p:sp>
      <p:sp>
        <p:nvSpPr>
          <p:cNvPr id="156" name="Google Shape;156;p25"/>
          <p:cNvSpPr txBox="1"/>
          <p:nvPr>
            <p:ph idx="1" type="body"/>
          </p:nvPr>
        </p:nvSpPr>
        <p:spPr>
          <a:xfrm>
            <a:off x="671512" y="2381250"/>
            <a:ext cx="6997800" cy="4278300"/>
          </a:xfrm>
          <a:prstGeom prst="rect">
            <a:avLst/>
          </a:prstGeom>
        </p:spPr>
        <p:txBody>
          <a:bodyPr anchorCtr="0" anchor="t" bIns="45700" lIns="91425" spcFirstLastPara="1" rIns="91425" wrap="square" tIns="45700">
            <a:noAutofit/>
          </a:bodyPr>
          <a:lstStyle/>
          <a:p>
            <a:pPr indent="0" lvl="0" marL="0" rtl="0" algn="l">
              <a:spcBef>
                <a:spcPts val="1100"/>
              </a:spcBef>
              <a:spcAft>
                <a:spcPts val="0"/>
              </a:spcAft>
              <a:buNone/>
            </a:pPr>
            <a:r>
              <a:t/>
            </a:r>
            <a:endParaRPr/>
          </a:p>
        </p:txBody>
      </p:sp>
      <p:pic>
        <p:nvPicPr>
          <p:cNvPr id="157" name="Google Shape;157;p25" title="Screenshot (1491).png"/>
          <p:cNvPicPr preferRelativeResize="0"/>
          <p:nvPr/>
        </p:nvPicPr>
        <p:blipFill>
          <a:blip r:embed="rId3">
            <a:alphaModFix/>
          </a:blip>
          <a:stretch>
            <a:fillRect/>
          </a:stretch>
        </p:blipFill>
        <p:spPr>
          <a:xfrm>
            <a:off x="335750" y="1032350"/>
            <a:ext cx="9260102" cy="57875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6"/>
          <p:cNvSpPr txBox="1"/>
          <p:nvPr>
            <p:ph type="title"/>
          </p:nvPr>
        </p:nvSpPr>
        <p:spPr>
          <a:xfrm>
            <a:off x="671512" y="671512"/>
            <a:ext cx="6997800" cy="1455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26"/>
          <p:cNvSpPr txBox="1"/>
          <p:nvPr>
            <p:ph idx="1" type="body"/>
          </p:nvPr>
        </p:nvSpPr>
        <p:spPr>
          <a:xfrm>
            <a:off x="671512" y="2381250"/>
            <a:ext cx="6997800" cy="4278300"/>
          </a:xfrm>
          <a:prstGeom prst="rect">
            <a:avLst/>
          </a:prstGeom>
        </p:spPr>
        <p:txBody>
          <a:bodyPr anchorCtr="0" anchor="t" bIns="45700" lIns="91425" spcFirstLastPara="1" rIns="91425" wrap="square" tIns="45700">
            <a:noAutofit/>
          </a:bodyPr>
          <a:lstStyle/>
          <a:p>
            <a:pPr indent="0" lvl="0" marL="0" rtl="0" algn="l">
              <a:spcBef>
                <a:spcPts val="1100"/>
              </a:spcBef>
              <a:spcAft>
                <a:spcPts val="0"/>
              </a:spcAft>
              <a:buNone/>
            </a:pPr>
            <a:r>
              <a:t/>
            </a:r>
            <a:endParaRPr/>
          </a:p>
        </p:txBody>
      </p:sp>
      <p:pic>
        <p:nvPicPr>
          <p:cNvPr id="165" name="Google Shape;165;p26" title="Screenshot (1484).png"/>
          <p:cNvPicPr preferRelativeResize="0"/>
          <p:nvPr/>
        </p:nvPicPr>
        <p:blipFill>
          <a:blip r:embed="rId3">
            <a:alphaModFix/>
          </a:blip>
          <a:stretch>
            <a:fillRect/>
          </a:stretch>
        </p:blipFill>
        <p:spPr>
          <a:xfrm>
            <a:off x="199737" y="522825"/>
            <a:ext cx="9681149" cy="65140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7"/>
          <p:cNvSpPr txBox="1"/>
          <p:nvPr>
            <p:ph type="title"/>
          </p:nvPr>
        </p:nvSpPr>
        <p:spPr>
          <a:xfrm>
            <a:off x="671512" y="671512"/>
            <a:ext cx="6997800" cy="1455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27"/>
          <p:cNvSpPr txBox="1"/>
          <p:nvPr>
            <p:ph idx="1" type="body"/>
          </p:nvPr>
        </p:nvSpPr>
        <p:spPr>
          <a:xfrm>
            <a:off x="671512" y="2381250"/>
            <a:ext cx="6997800" cy="4278300"/>
          </a:xfrm>
          <a:prstGeom prst="rect">
            <a:avLst/>
          </a:prstGeom>
        </p:spPr>
        <p:txBody>
          <a:bodyPr anchorCtr="0" anchor="t" bIns="45700" lIns="91425" spcFirstLastPara="1" rIns="91425" wrap="square" tIns="45700">
            <a:noAutofit/>
          </a:bodyPr>
          <a:lstStyle/>
          <a:p>
            <a:pPr indent="0" lvl="0" marL="0" rtl="0" algn="l">
              <a:spcBef>
                <a:spcPts val="1100"/>
              </a:spcBef>
              <a:spcAft>
                <a:spcPts val="0"/>
              </a:spcAft>
              <a:buNone/>
            </a:pPr>
            <a:r>
              <a:t/>
            </a:r>
            <a:endParaRPr/>
          </a:p>
        </p:txBody>
      </p:sp>
      <p:pic>
        <p:nvPicPr>
          <p:cNvPr id="173" name="Google Shape;173;p27" title="Screenshot (1492).png"/>
          <p:cNvPicPr preferRelativeResize="0"/>
          <p:nvPr/>
        </p:nvPicPr>
        <p:blipFill>
          <a:blip r:embed="rId3">
            <a:alphaModFix/>
          </a:blip>
          <a:stretch>
            <a:fillRect/>
          </a:stretch>
        </p:blipFill>
        <p:spPr>
          <a:xfrm>
            <a:off x="270788" y="798888"/>
            <a:ext cx="9539050" cy="59619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8"/>
          <p:cNvSpPr txBox="1"/>
          <p:nvPr>
            <p:ph type="title"/>
          </p:nvPr>
        </p:nvSpPr>
        <p:spPr>
          <a:xfrm>
            <a:off x="671512" y="671512"/>
            <a:ext cx="6997800" cy="1455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28"/>
          <p:cNvSpPr txBox="1"/>
          <p:nvPr>
            <p:ph idx="1" type="body"/>
          </p:nvPr>
        </p:nvSpPr>
        <p:spPr>
          <a:xfrm>
            <a:off x="671512" y="2381250"/>
            <a:ext cx="6997800" cy="4278300"/>
          </a:xfrm>
          <a:prstGeom prst="rect">
            <a:avLst/>
          </a:prstGeom>
        </p:spPr>
        <p:txBody>
          <a:bodyPr anchorCtr="0" anchor="t" bIns="45700" lIns="91425" spcFirstLastPara="1" rIns="91425" wrap="square" tIns="45700">
            <a:noAutofit/>
          </a:bodyPr>
          <a:lstStyle/>
          <a:p>
            <a:pPr indent="0" lvl="0" marL="0" rtl="0" algn="l">
              <a:spcBef>
                <a:spcPts val="1100"/>
              </a:spcBef>
              <a:spcAft>
                <a:spcPts val="0"/>
              </a:spcAft>
              <a:buNone/>
            </a:pPr>
            <a:r>
              <a:t/>
            </a:r>
            <a:endParaRPr/>
          </a:p>
        </p:txBody>
      </p:sp>
      <p:pic>
        <p:nvPicPr>
          <p:cNvPr id="181" name="Google Shape;181;p28" title="Screenshot (1490).png"/>
          <p:cNvPicPr preferRelativeResize="0"/>
          <p:nvPr/>
        </p:nvPicPr>
        <p:blipFill>
          <a:blip r:embed="rId3">
            <a:alphaModFix/>
          </a:blip>
          <a:stretch>
            <a:fillRect/>
          </a:stretch>
        </p:blipFill>
        <p:spPr>
          <a:xfrm>
            <a:off x="0" y="629643"/>
            <a:ext cx="10080624" cy="630039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6" name="Shape 186"/>
        <p:cNvGrpSpPr/>
        <p:nvPr/>
      </p:nvGrpSpPr>
      <p:grpSpPr>
        <a:xfrm>
          <a:off x="0" y="0"/>
          <a:ext cx="0" cy="0"/>
          <a:chOff x="0" y="0"/>
          <a:chExt cx="0" cy="0"/>
        </a:xfrm>
      </p:grpSpPr>
      <p:sp>
        <p:nvSpPr>
          <p:cNvPr id="187" name="Google Shape;187;p29"/>
          <p:cNvSpPr txBox="1"/>
          <p:nvPr/>
        </p:nvSpPr>
        <p:spPr>
          <a:xfrm>
            <a:off x="423862" y="0"/>
            <a:ext cx="9071100" cy="1262100"/>
          </a:xfrm>
          <a:prstGeom prst="rect">
            <a:avLst/>
          </a:prstGeom>
          <a:noFill/>
          <a:ln>
            <a:noFill/>
          </a:ln>
        </p:spPr>
        <p:txBody>
          <a:bodyPr anchorCtr="0" anchor="ctr" bIns="0" lIns="0" spcFirstLastPara="1" rIns="0" wrap="square" tIns="31675">
            <a:noAutofit/>
          </a:bodyPr>
          <a:lstStyle/>
          <a:p>
            <a:pPr indent="0" lvl="0" marL="0" marR="0" rtl="0" algn="just">
              <a:lnSpc>
                <a:spcPct val="150000"/>
              </a:lnSpc>
              <a:spcBef>
                <a:spcPts val="0"/>
              </a:spcBef>
              <a:spcAft>
                <a:spcPts val="0"/>
              </a:spcAft>
              <a:buClr>
                <a:schemeClr val="dk1"/>
              </a:buClr>
              <a:buSzPts val="3600"/>
              <a:buFont typeface="Times New Roman"/>
              <a:buNone/>
            </a:pPr>
            <a:r>
              <a:rPr b="1" i="0" lang="en-US" sz="3600" u="none">
                <a:solidFill>
                  <a:schemeClr val="dk1"/>
                </a:solidFill>
                <a:latin typeface="Times New Roman"/>
                <a:ea typeface="Times New Roman"/>
                <a:cs typeface="Times New Roman"/>
                <a:sym typeface="Times New Roman"/>
              </a:rPr>
              <a:t>Results &amp; Analysis</a:t>
            </a:r>
            <a:endParaRPr/>
          </a:p>
        </p:txBody>
      </p:sp>
      <p:sp>
        <p:nvSpPr>
          <p:cNvPr id="188" name="Google Shape;188;p29"/>
          <p:cNvSpPr txBox="1"/>
          <p:nvPr/>
        </p:nvSpPr>
        <p:spPr>
          <a:xfrm>
            <a:off x="193663" y="1121200"/>
            <a:ext cx="9693300" cy="6572400"/>
          </a:xfrm>
          <a:prstGeom prst="rect">
            <a:avLst/>
          </a:prstGeom>
          <a:noFill/>
          <a:ln>
            <a:noFill/>
          </a:ln>
        </p:spPr>
        <p:txBody>
          <a:bodyPr anchorCtr="0" anchor="t" bIns="45700" lIns="91425" spcFirstLastPara="1" rIns="91425" wrap="square" tIns="45700">
            <a:spAutoFit/>
          </a:bodyPr>
          <a:lstStyle/>
          <a:p>
            <a:pPr indent="-355600" lvl="0" marL="457200" rtl="0" algn="l">
              <a:lnSpc>
                <a:spcPct val="115000"/>
              </a:lnSpc>
              <a:spcBef>
                <a:spcPts val="1200"/>
              </a:spcBef>
              <a:spcAft>
                <a:spcPts val="0"/>
              </a:spcAft>
              <a:buClr>
                <a:schemeClr val="dk1"/>
              </a:buClr>
              <a:buSzPts val="2000"/>
              <a:buChar char="●"/>
            </a:pPr>
            <a:r>
              <a:rPr b="1" lang="en-US" sz="2000">
                <a:solidFill>
                  <a:schemeClr val="dk1"/>
                </a:solidFill>
              </a:rPr>
              <a:t>Functional system:</a:t>
            </a:r>
            <a:r>
              <a:rPr lang="en-US" sz="2000">
                <a:solidFill>
                  <a:schemeClr val="dk1"/>
                </a:solidFill>
              </a:rPr>
              <a:t> Successfully connects users with verified local helpers using GPS</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Key features:</a:t>
            </a:r>
            <a:r>
              <a:rPr lang="en-US" sz="2000">
                <a:solidFill>
                  <a:schemeClr val="dk1"/>
                </a:solidFill>
              </a:rPr>
              <a:t> Includes registration, location-based search, tracking, chat, and ratings</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Trust &amp; efficiency:</a:t>
            </a:r>
            <a:r>
              <a:rPr lang="en-US" sz="2000">
                <a:solidFill>
                  <a:schemeClr val="dk1"/>
                </a:solidFill>
              </a:rPr>
              <a:t> Admin verification and AI matching improve safety and performance</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Problem solving:</a:t>
            </a:r>
            <a:r>
              <a:rPr lang="en-US" sz="2000">
                <a:solidFill>
                  <a:schemeClr val="dk1"/>
                </a:solidFill>
              </a:rPr>
              <a:t> Reduces delays, builds trust, and improves resource utilization</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Faster response:</a:t>
            </a:r>
            <a:r>
              <a:rPr lang="en-US" sz="2000">
                <a:solidFill>
                  <a:schemeClr val="dk1"/>
                </a:solidFill>
              </a:rPr>
              <a:t> Location-based matching decreases response time significantly</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Better transparency:</a:t>
            </a:r>
            <a:r>
              <a:rPr lang="en-US" sz="2000">
                <a:solidFill>
                  <a:schemeClr val="dk1"/>
                </a:solidFill>
              </a:rPr>
              <a:t> Real-time updates and ratings enhance user confidence</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Scalable tech:</a:t>
            </a:r>
            <a:r>
              <a:rPr lang="en-US" sz="2000">
                <a:solidFill>
                  <a:schemeClr val="dk1"/>
                </a:solidFill>
              </a:rPr>
              <a:t> Tech stack supports performance and cross-platform compatibility</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Challenges identified:</a:t>
            </a:r>
            <a:r>
              <a:rPr lang="en-US" sz="2000">
                <a:solidFill>
                  <a:schemeClr val="dk1"/>
                </a:solidFill>
              </a:rPr>
              <a:t> Privacy, availability, and service quality issues exist</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Solutions proposed:</a:t>
            </a:r>
            <a:r>
              <a:rPr lang="en-US" sz="2000">
                <a:solidFill>
                  <a:schemeClr val="dk1"/>
                </a:solidFill>
              </a:rPr>
              <a:t> Secure authentication, controlled onboarding, and incentives</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SDG alignment:</a:t>
            </a:r>
            <a:r>
              <a:rPr lang="en-US" sz="2000">
                <a:solidFill>
                  <a:schemeClr val="dk1"/>
                </a:solidFill>
              </a:rPr>
              <a:t> Promotes safer, inclusive, and well-connected communities</a:t>
            </a:r>
            <a:endParaRPr sz="2000">
              <a:solidFill>
                <a:schemeClr val="dk1"/>
              </a:solidFill>
            </a:endParaRPr>
          </a:p>
          <a:p>
            <a:pPr indent="0" lvl="0" marL="457200" marR="0" rtl="0" algn="l">
              <a:lnSpc>
                <a:spcPct val="100000"/>
              </a:lnSpc>
              <a:spcBef>
                <a:spcPts val="1200"/>
              </a:spcBef>
              <a:spcAft>
                <a:spcPts val="0"/>
              </a:spcAft>
              <a:buNone/>
            </a:pPr>
            <a:r>
              <a:t/>
            </a:r>
            <a:endParaRPr sz="2000">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 name="Shape 193"/>
        <p:cNvGrpSpPr/>
        <p:nvPr/>
      </p:nvGrpSpPr>
      <p:grpSpPr>
        <a:xfrm>
          <a:off x="0" y="0"/>
          <a:ext cx="0" cy="0"/>
          <a:chOff x="0" y="0"/>
          <a:chExt cx="0" cy="0"/>
        </a:xfrm>
      </p:grpSpPr>
      <p:sp>
        <p:nvSpPr>
          <p:cNvPr id="194" name="Google Shape;194;p30"/>
          <p:cNvSpPr txBox="1"/>
          <p:nvPr/>
        </p:nvSpPr>
        <p:spPr>
          <a:xfrm>
            <a:off x="503237" y="1563687"/>
            <a:ext cx="9070975" cy="5194300"/>
          </a:xfrm>
          <a:prstGeom prst="rect">
            <a:avLst/>
          </a:prstGeom>
          <a:noFill/>
          <a:ln>
            <a:noFill/>
          </a:ln>
        </p:spPr>
        <p:txBody>
          <a:bodyPr anchorCtr="0" anchor="t" bIns="0" lIns="0" spcFirstLastPara="1" rIns="0" wrap="square" tIns="21225">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95" name="Google Shape;195;p30"/>
          <p:cNvSpPr txBox="1"/>
          <p:nvPr/>
        </p:nvSpPr>
        <p:spPr>
          <a:xfrm>
            <a:off x="155313" y="308438"/>
            <a:ext cx="9766800" cy="73677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400"/>
              </a:spcBef>
              <a:spcAft>
                <a:spcPts val="0"/>
              </a:spcAft>
              <a:buNone/>
            </a:pPr>
            <a:r>
              <a:rPr b="1" lang="en-US" sz="2400">
                <a:solidFill>
                  <a:srgbClr val="1F1F1F"/>
                </a:solidFill>
                <a:latin typeface="Times New Roman"/>
                <a:ea typeface="Times New Roman"/>
                <a:cs typeface="Times New Roman"/>
                <a:sym typeface="Times New Roman"/>
              </a:rPr>
              <a:t>Summary of Outcomes</a:t>
            </a:r>
            <a:endParaRPr b="1" sz="2400">
              <a:solidFill>
                <a:schemeClr val="dk1"/>
              </a:solidFill>
              <a:latin typeface="Times New Roman"/>
              <a:ea typeface="Times New Roman"/>
              <a:cs typeface="Times New Roman"/>
              <a:sym typeface="Times New Roman"/>
            </a:endParaRPr>
          </a:p>
          <a:p>
            <a:pPr indent="0" lvl="0" marL="457200" marR="0" rtl="0" algn="just">
              <a:lnSpc>
                <a:spcPct val="100000"/>
              </a:lnSpc>
              <a:spcBef>
                <a:spcPts val="480"/>
              </a:spcBef>
              <a:spcAft>
                <a:spcPts val="0"/>
              </a:spcAft>
              <a:buNone/>
            </a:pPr>
            <a:r>
              <a:rPr lang="en-US" sz="2200">
                <a:latin typeface="Times New Roman"/>
                <a:ea typeface="Times New Roman"/>
                <a:cs typeface="Times New Roman"/>
                <a:sym typeface="Times New Roman"/>
              </a:rPr>
              <a:t> The development of Neary.OS represents a sophisticated integration of academic service quality models and real-time urban management technologies, successfully bridging the gap between local service demands and verified specialist supply through its innovative "Tactical Service Grid." By leveraging the SERVQUAL framework for security via mandatory Aadhaar verification, automated algorithmic management through secure OTP handshakes, and precise GIS-based spatial auditing with Leaflet.js, the platform establishes a high-trust ecosystem that optimizes urban mobility and service delivery. </a:t>
            </a:r>
            <a:endParaRPr sz="2200">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2400">
                <a:solidFill>
                  <a:srgbClr val="1F1F1F"/>
                </a:solidFill>
                <a:latin typeface="Times New Roman"/>
                <a:ea typeface="Times New Roman"/>
                <a:cs typeface="Times New Roman"/>
                <a:sym typeface="Times New Roman"/>
              </a:rPr>
              <a:t>Scope for Improvement</a:t>
            </a:r>
            <a:endParaRPr sz="2200">
              <a:latin typeface="Times New Roman"/>
              <a:ea typeface="Times New Roman"/>
              <a:cs typeface="Times New Roman"/>
              <a:sym typeface="Times New Roman"/>
            </a:endParaRPr>
          </a:p>
          <a:p>
            <a:pPr indent="-368300" lvl="0" marL="457200" rtl="0" algn="l">
              <a:lnSpc>
                <a:spcPct val="115000"/>
              </a:lnSpc>
              <a:spcBef>
                <a:spcPts val="1200"/>
              </a:spcBef>
              <a:spcAft>
                <a:spcPts val="0"/>
              </a:spcAft>
              <a:buClr>
                <a:schemeClr val="dk1"/>
              </a:buClr>
              <a:buSzPts val="2200"/>
              <a:buChar char="●"/>
            </a:pPr>
            <a:r>
              <a:rPr b="1" lang="en-US" sz="2200">
                <a:solidFill>
                  <a:schemeClr val="dk1"/>
                </a:solidFill>
                <a:latin typeface="Times New Roman"/>
                <a:ea typeface="Times New Roman"/>
                <a:cs typeface="Times New Roman"/>
                <a:sym typeface="Times New Roman"/>
              </a:rPr>
              <a:t>Localized accessibility:</a:t>
            </a:r>
            <a:r>
              <a:rPr lang="en-US" sz="2200">
                <a:solidFill>
                  <a:schemeClr val="dk1"/>
                </a:solidFill>
                <a:latin typeface="Times New Roman"/>
                <a:ea typeface="Times New Roman"/>
                <a:cs typeface="Times New Roman"/>
                <a:sym typeface="Times New Roman"/>
              </a:rPr>
              <a:t> Adds multilingual support to improve usability in diverse regions</a:t>
            </a:r>
            <a:endParaRPr sz="2200">
              <a:solidFill>
                <a:schemeClr val="dk1"/>
              </a:solidFill>
              <a:latin typeface="Times New Roman"/>
              <a:ea typeface="Times New Roman"/>
              <a:cs typeface="Times New Roman"/>
              <a:sym typeface="Times New Roman"/>
            </a:endParaRPr>
          </a:p>
          <a:p>
            <a:pPr indent="-368300" lvl="0" marL="457200" rtl="0" algn="l">
              <a:lnSpc>
                <a:spcPct val="115000"/>
              </a:lnSpc>
              <a:spcBef>
                <a:spcPts val="0"/>
              </a:spcBef>
              <a:spcAft>
                <a:spcPts val="0"/>
              </a:spcAft>
              <a:buClr>
                <a:schemeClr val="dk1"/>
              </a:buClr>
              <a:buSzPts val="2200"/>
              <a:buChar char="●"/>
            </a:pPr>
            <a:r>
              <a:rPr b="1" lang="en-US" sz="2200">
                <a:solidFill>
                  <a:schemeClr val="dk1"/>
                </a:solidFill>
                <a:latin typeface="Times New Roman"/>
                <a:ea typeface="Times New Roman"/>
                <a:cs typeface="Times New Roman"/>
                <a:sym typeface="Times New Roman"/>
              </a:rPr>
              <a:t>Predictive optimization:</a:t>
            </a:r>
            <a:r>
              <a:rPr lang="en-US" sz="2200">
                <a:solidFill>
                  <a:schemeClr val="dk1"/>
                </a:solidFill>
                <a:latin typeface="Times New Roman"/>
                <a:ea typeface="Times New Roman"/>
                <a:cs typeface="Times New Roman"/>
                <a:sym typeface="Times New Roman"/>
              </a:rPr>
              <a:t> Uses AI to forecast demand and optimize helper allocation</a:t>
            </a:r>
            <a:endParaRPr sz="2200">
              <a:solidFill>
                <a:schemeClr val="dk1"/>
              </a:solidFill>
              <a:latin typeface="Times New Roman"/>
              <a:ea typeface="Times New Roman"/>
              <a:cs typeface="Times New Roman"/>
              <a:sym typeface="Times New Roman"/>
            </a:endParaRPr>
          </a:p>
          <a:p>
            <a:pPr indent="-368300" lvl="0" marL="457200" rtl="0" algn="l">
              <a:lnSpc>
                <a:spcPct val="115000"/>
              </a:lnSpc>
              <a:spcBef>
                <a:spcPts val="0"/>
              </a:spcBef>
              <a:spcAft>
                <a:spcPts val="0"/>
              </a:spcAft>
              <a:buClr>
                <a:schemeClr val="dk1"/>
              </a:buClr>
              <a:buSzPts val="2200"/>
              <a:buChar char="●"/>
            </a:pPr>
            <a:r>
              <a:rPr b="1" lang="en-US" sz="2200">
                <a:solidFill>
                  <a:schemeClr val="dk1"/>
                </a:solidFill>
                <a:latin typeface="Times New Roman"/>
                <a:ea typeface="Times New Roman"/>
                <a:cs typeface="Times New Roman"/>
                <a:sym typeface="Times New Roman"/>
              </a:rPr>
              <a:t>Blockchain auditing:</a:t>
            </a:r>
            <a:r>
              <a:rPr lang="en-US" sz="2200">
                <a:solidFill>
                  <a:schemeClr val="dk1"/>
                </a:solidFill>
                <a:latin typeface="Times New Roman"/>
                <a:ea typeface="Times New Roman"/>
                <a:cs typeface="Times New Roman"/>
                <a:sym typeface="Times New Roman"/>
              </a:rPr>
              <a:t> Ensures secure and tamper-proof tracking of ratings and reliability</a:t>
            </a:r>
            <a:endParaRPr sz="2200">
              <a:solidFill>
                <a:schemeClr val="dk1"/>
              </a:solidFill>
              <a:latin typeface="Times New Roman"/>
              <a:ea typeface="Times New Roman"/>
              <a:cs typeface="Times New Roman"/>
              <a:sym typeface="Times New Roman"/>
            </a:endParaRPr>
          </a:p>
          <a:p>
            <a:pPr indent="0" lvl="0" marL="457200" marR="0" rtl="0" algn="just">
              <a:lnSpc>
                <a:spcPct val="100000"/>
              </a:lnSpc>
              <a:spcBef>
                <a:spcPts val="1200"/>
              </a:spcBef>
              <a:spcAft>
                <a:spcPts val="0"/>
              </a:spcAft>
              <a:buNone/>
            </a:pPr>
            <a:r>
              <a:t/>
            </a:r>
            <a:endParaRPr sz="2200">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1"/>
          <p:cNvSpPr txBox="1"/>
          <p:nvPr/>
        </p:nvSpPr>
        <p:spPr>
          <a:xfrm>
            <a:off x="503237" y="301625"/>
            <a:ext cx="9070975" cy="1262062"/>
          </a:xfrm>
          <a:prstGeom prst="rect">
            <a:avLst/>
          </a:prstGeom>
          <a:noFill/>
          <a:ln>
            <a:noFill/>
          </a:ln>
        </p:spPr>
        <p:txBody>
          <a:bodyPr anchorCtr="0" anchor="ctr" bIns="0" lIns="0" spcFirstLastPara="1" rIns="0" wrap="square" tIns="31675">
            <a:noAutofit/>
          </a:bodyPr>
          <a:lstStyle/>
          <a:p>
            <a:pPr indent="0" lvl="0" marL="0" marR="0" rtl="0" algn="l">
              <a:lnSpc>
                <a:spcPct val="93000"/>
              </a:lnSpc>
              <a:spcBef>
                <a:spcPts val="0"/>
              </a:spcBef>
              <a:spcAft>
                <a:spcPts val="0"/>
              </a:spcAft>
              <a:buClr>
                <a:srgbClr val="000000"/>
              </a:buClr>
              <a:buSzPts val="3600"/>
              <a:buFont typeface="Times New Roman"/>
              <a:buNone/>
            </a:pPr>
            <a:r>
              <a:rPr b="1" i="0" lang="en-US" sz="3600" u="none">
                <a:solidFill>
                  <a:srgbClr val="000000"/>
                </a:solidFill>
                <a:latin typeface="Times New Roman"/>
                <a:ea typeface="Times New Roman"/>
                <a:cs typeface="Times New Roman"/>
                <a:sym typeface="Times New Roman"/>
              </a:rPr>
              <a:t>References</a:t>
            </a:r>
            <a:endParaRPr/>
          </a:p>
        </p:txBody>
      </p:sp>
      <p:sp>
        <p:nvSpPr>
          <p:cNvPr id="202" name="Google Shape;202;p31"/>
          <p:cNvSpPr txBox="1"/>
          <p:nvPr/>
        </p:nvSpPr>
        <p:spPr>
          <a:xfrm>
            <a:off x="503237" y="1563687"/>
            <a:ext cx="9070975" cy="5194300"/>
          </a:xfrm>
          <a:prstGeom prst="rect">
            <a:avLst/>
          </a:prstGeom>
          <a:noFill/>
          <a:ln>
            <a:noFill/>
          </a:ln>
        </p:spPr>
        <p:txBody>
          <a:bodyPr anchorCtr="0" anchor="t" bIns="0" lIns="0" spcFirstLastPara="1" rIns="0" wrap="square" tIns="21225">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203" name="Google Shape;203;p31"/>
          <p:cNvSpPr txBox="1"/>
          <p:nvPr/>
        </p:nvSpPr>
        <p:spPr>
          <a:xfrm>
            <a:off x="431075" y="1241062"/>
            <a:ext cx="8677200" cy="5608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u="sng">
              <a:solidFill>
                <a:schemeClr val="hlink"/>
              </a:solidFill>
            </a:endParaRPr>
          </a:p>
          <a:p>
            <a:pPr indent="-317500" lvl="0" marL="457200" rtl="0" algn="l">
              <a:spcBef>
                <a:spcPts val="0"/>
              </a:spcBef>
              <a:spcAft>
                <a:spcPts val="0"/>
              </a:spcAft>
              <a:buClr>
                <a:schemeClr val="dk1"/>
              </a:buClr>
              <a:buSzPts val="1400"/>
              <a:buChar char="•"/>
            </a:pPr>
            <a:r>
              <a:rPr lang="en-US">
                <a:solidFill>
                  <a:schemeClr val="dk1"/>
                </a:solidFill>
              </a:rPr>
              <a:t>United Nations, "Goal 11: Make cities and human settlements inclusive, safe, resilient and sustainable," </a:t>
            </a:r>
            <a:r>
              <a:rPr i="1" lang="en-US">
                <a:solidFill>
                  <a:schemeClr val="dk1"/>
                </a:solidFill>
              </a:rPr>
              <a:t>United Nations Sustainable Development Goals</a:t>
            </a:r>
            <a:r>
              <a:rPr lang="en-US">
                <a:solidFill>
                  <a:schemeClr val="dk1"/>
                </a:solidFill>
              </a:rPr>
              <a:t>, 2015. [Online]. Available:</a:t>
            </a:r>
            <a:r>
              <a:rPr lang="en-US" u="sng">
                <a:solidFill>
                  <a:schemeClr val="hlink"/>
                </a:solidFill>
                <a:hlinkClick r:id="rId3"/>
              </a:rPr>
              <a:t> https://sdgs.un.org/goals/goal11</a:t>
            </a:r>
            <a:endParaRPr>
              <a:solidFill>
                <a:schemeClr val="dk1"/>
              </a:solidFill>
            </a:endParaRPr>
          </a:p>
          <a:p>
            <a:pPr indent="-336550" lvl="0" marL="457200" rtl="0" algn="l">
              <a:spcBef>
                <a:spcPts val="0"/>
              </a:spcBef>
              <a:spcAft>
                <a:spcPts val="0"/>
              </a:spcAft>
              <a:buSzPts val="1700"/>
              <a:buChar char="•"/>
            </a:pPr>
            <a:r>
              <a:rPr lang="en-US">
                <a:solidFill>
                  <a:schemeClr val="dk1"/>
                </a:solidFill>
              </a:rPr>
              <a:t> S. Elizabeth Pravena and M. Bammadi, "A Study on Service Quality with special reference to Urban Company Services, Hyderabad," </a:t>
            </a:r>
            <a:r>
              <a:rPr i="1" lang="en-US">
                <a:solidFill>
                  <a:schemeClr val="dk1"/>
                </a:solidFill>
              </a:rPr>
              <a:t>International Journal of Novel Research and Development</a:t>
            </a:r>
            <a:r>
              <a:rPr lang="en-US">
                <a:solidFill>
                  <a:schemeClr val="dk1"/>
                </a:solidFill>
              </a:rPr>
              <a:t>, vol. 9, no. 4, pp. c375-c386, 2024.</a:t>
            </a:r>
            <a:r>
              <a:rPr lang="en-US" u="sng">
                <a:solidFill>
                  <a:schemeClr val="hlink"/>
                </a:solidFill>
                <a:hlinkClick r:id="rId4"/>
              </a:rPr>
              <a:t> https://ijnrd.org/papers/IJNRD2404275.pdf</a:t>
            </a:r>
            <a:endParaRPr>
              <a:solidFill>
                <a:schemeClr val="dk1"/>
              </a:solidFill>
            </a:endParaRPr>
          </a:p>
          <a:p>
            <a:pPr indent="-336550" lvl="0" marL="457200" marR="0" rtl="0" algn="l">
              <a:lnSpc>
                <a:spcPct val="100000"/>
              </a:lnSpc>
              <a:spcBef>
                <a:spcPts val="0"/>
              </a:spcBef>
              <a:spcAft>
                <a:spcPts val="0"/>
              </a:spcAft>
              <a:buSzPts val="1700"/>
              <a:buChar char="•"/>
            </a:pPr>
            <a:r>
              <a:rPr lang="en-US">
                <a:solidFill>
                  <a:schemeClr val="dk1"/>
                </a:solidFill>
              </a:rPr>
              <a:t>A. Surie, "On-demand platforms and pricing: how platforms can impact the informal urban economy, evidence from Bengaluru, India," Work Organisation, Labour &amp; Globalisation, vol. 14, no. 1, pp. 83-102, 2020. doi: 10.13169/workorgalaboglob.14.1.0083   </a:t>
            </a:r>
            <a:endParaRPr>
              <a:solidFill>
                <a:schemeClr val="dk1"/>
              </a:solidFill>
            </a:endParaRPr>
          </a:p>
          <a:p>
            <a:pPr indent="-336550" lvl="0" marL="457200" rtl="0" algn="l">
              <a:spcBef>
                <a:spcPts val="0"/>
              </a:spcBef>
              <a:spcAft>
                <a:spcPts val="0"/>
              </a:spcAft>
              <a:buSzPts val="1700"/>
              <a:buChar char="•"/>
            </a:pPr>
            <a:r>
              <a:rPr lang="en-US">
                <a:solidFill>
                  <a:schemeClr val="dk1"/>
                </a:solidFill>
              </a:rPr>
              <a:t>N. Srividya, "Predicting Customer Satisfaction Score (CSS) for Urban Company Utilizing the K-Nearest Neighbours (KNN) Algorithm," </a:t>
            </a:r>
            <a:r>
              <a:rPr i="1" lang="en-US">
                <a:solidFill>
                  <a:schemeClr val="dk1"/>
                </a:solidFill>
              </a:rPr>
              <a:t>Int. J. Intell. Syst. Appl. Eng.</a:t>
            </a:r>
            <a:r>
              <a:rPr lang="en-US">
                <a:solidFill>
                  <a:schemeClr val="dk1"/>
                </a:solidFill>
              </a:rPr>
              <a:t>, vol. 12, no. 22s, pp. 467-476, 2024. [Online]. Available:</a:t>
            </a:r>
            <a:r>
              <a:rPr lang="en-US" u="sng">
                <a:solidFill>
                  <a:schemeClr val="hlink"/>
                </a:solidFill>
                <a:hlinkClick r:id="rId5"/>
              </a:rPr>
              <a:t> https://ijisae.org/index.php/IJISAE/article/view/6486</a:t>
            </a:r>
            <a:endParaRPr sz="1700"/>
          </a:p>
          <a:p>
            <a:pPr indent="-336550" lvl="0" marL="457200" rtl="0" algn="l">
              <a:spcBef>
                <a:spcPts val="0"/>
              </a:spcBef>
              <a:spcAft>
                <a:spcPts val="0"/>
              </a:spcAft>
              <a:buSzPts val="1700"/>
              <a:buChar char="•"/>
            </a:pPr>
            <a:r>
              <a:rPr lang="en-US">
                <a:solidFill>
                  <a:schemeClr val="dk1"/>
                </a:solidFill>
              </a:rPr>
              <a:t>UN Stats, "Indicator 11.7.2: Proportion of persons victim of physical or sexual harassment," </a:t>
            </a:r>
            <a:r>
              <a:rPr i="1" lang="en-US">
                <a:solidFill>
                  <a:schemeClr val="dk1"/>
                </a:solidFill>
              </a:rPr>
              <a:t>SDG Indicators Metadata Repository</a:t>
            </a:r>
            <a:r>
              <a:rPr lang="en-US">
                <a:solidFill>
                  <a:schemeClr val="dk1"/>
                </a:solidFill>
              </a:rPr>
              <a:t>, 2023. [Online]. Available:</a:t>
            </a:r>
            <a:r>
              <a:rPr lang="en-US" u="sng">
                <a:solidFill>
                  <a:schemeClr val="hlink"/>
                </a:solidFill>
                <a:hlinkClick r:id="rId6"/>
              </a:rPr>
              <a:t> https://unstats.un.org/sdgs/metadata/files/Metadata-11-07-02.pdf</a:t>
            </a:r>
            <a:endParaRPr sz="1700"/>
          </a:p>
          <a:p>
            <a:pPr indent="-336550" lvl="0" marL="457200" rtl="0" algn="l">
              <a:spcBef>
                <a:spcPts val="0"/>
              </a:spcBef>
              <a:spcAft>
                <a:spcPts val="0"/>
              </a:spcAft>
              <a:buSzPts val="1700"/>
              <a:buChar char="•"/>
            </a:pPr>
            <a:r>
              <a:rPr lang="en-US">
                <a:solidFill>
                  <a:schemeClr val="dk1"/>
                </a:solidFill>
              </a:rPr>
              <a:t>P. Sarma et al., "Women Safety App Development using Android Studio and Google Maps API," </a:t>
            </a:r>
            <a:r>
              <a:rPr i="1" lang="en-US">
                <a:solidFill>
                  <a:schemeClr val="dk1"/>
                </a:solidFill>
              </a:rPr>
              <a:t>Indian Journal of Science and Technology</a:t>
            </a:r>
            <a:r>
              <a:rPr lang="en-US">
                <a:solidFill>
                  <a:schemeClr val="dk1"/>
                </a:solidFill>
              </a:rPr>
              <a:t>, vol. 16, no. SP2, pp. 60-69, 2023. doi: 10.17485/IJST/v16iSP2.8767</a:t>
            </a:r>
            <a:endParaRPr>
              <a:solidFill>
                <a:schemeClr val="dk1"/>
              </a:solidFill>
            </a:endParaRPr>
          </a:p>
          <a:p>
            <a:pPr indent="-336550" lvl="0" marL="457200" rtl="0" algn="l">
              <a:spcBef>
                <a:spcPts val="0"/>
              </a:spcBef>
              <a:spcAft>
                <a:spcPts val="0"/>
              </a:spcAft>
              <a:buClr>
                <a:schemeClr val="dk1"/>
              </a:buClr>
              <a:buSzPts val="1700"/>
              <a:buChar char="•"/>
            </a:pPr>
            <a:r>
              <a:rPr lang="en-US">
                <a:solidFill>
                  <a:schemeClr val="dk1"/>
                </a:solidFill>
              </a:rPr>
              <a:t>K. Viswanath and A. Basu, "Safetipin: an innovative mobile app to collect data on women’s safety in Indian cities," </a:t>
            </a:r>
            <a:r>
              <a:rPr i="1" lang="en-US">
                <a:solidFill>
                  <a:schemeClr val="dk1"/>
                </a:solidFill>
              </a:rPr>
              <a:t>Gender &amp; Development</a:t>
            </a:r>
            <a:r>
              <a:rPr lang="en-US">
                <a:solidFill>
                  <a:schemeClr val="dk1"/>
                </a:solidFill>
              </a:rPr>
              <a:t>, vol. 23, no. 1, pp. 45-59, 2015. doi: 10.1080/13552074.2015.1013668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8" name="Shape 208"/>
        <p:cNvGrpSpPr/>
        <p:nvPr/>
      </p:nvGrpSpPr>
      <p:grpSpPr>
        <a:xfrm>
          <a:off x="0" y="0"/>
          <a:ext cx="0" cy="0"/>
          <a:chOff x="0" y="0"/>
          <a:chExt cx="0" cy="0"/>
        </a:xfrm>
      </p:grpSpPr>
      <p:sp>
        <p:nvSpPr>
          <p:cNvPr id="209" name="Google Shape;209;p32"/>
          <p:cNvSpPr txBox="1"/>
          <p:nvPr/>
        </p:nvSpPr>
        <p:spPr>
          <a:xfrm>
            <a:off x="504825" y="3148788"/>
            <a:ext cx="9071100" cy="1262100"/>
          </a:xfrm>
          <a:prstGeom prst="rect">
            <a:avLst/>
          </a:prstGeom>
          <a:noFill/>
          <a:ln>
            <a:noFill/>
          </a:ln>
        </p:spPr>
        <p:txBody>
          <a:bodyPr anchorCtr="0" anchor="ctr" bIns="0" lIns="0" spcFirstLastPara="1" rIns="0" wrap="square" tIns="31675">
            <a:noAutofit/>
          </a:bodyPr>
          <a:lstStyle/>
          <a:p>
            <a:pPr indent="0" lvl="0" marL="0" marR="0" rtl="0" algn="ctr">
              <a:lnSpc>
                <a:spcPct val="93000"/>
              </a:lnSpc>
              <a:spcBef>
                <a:spcPts val="0"/>
              </a:spcBef>
              <a:spcAft>
                <a:spcPts val="0"/>
              </a:spcAft>
              <a:buClr>
                <a:srgbClr val="000000"/>
              </a:buClr>
              <a:buSzPts val="3600"/>
              <a:buFont typeface="Times New Roman"/>
              <a:buNone/>
            </a:pPr>
            <a:r>
              <a:rPr b="1" i="0" lang="en-US" sz="7200" u="none">
                <a:solidFill>
                  <a:srgbClr val="000000"/>
                </a:solidFill>
                <a:latin typeface="Times New Roman"/>
                <a:ea typeface="Times New Roman"/>
                <a:cs typeface="Times New Roman"/>
                <a:sym typeface="Times New Roman"/>
              </a:rPr>
              <a:t>Thank You!</a:t>
            </a:r>
            <a:endParaRPr sz="50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